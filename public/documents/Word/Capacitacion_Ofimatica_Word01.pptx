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GSP47IAqbPzYpb9Vo7P5hMM7m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-215324" y="-524041"/>
            <a:ext cx="19051000" cy="11231085"/>
            <a:chOff x="0" y="-57150"/>
            <a:chExt cx="5017547" cy="2957981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5017547" cy="2900831"/>
            </a:xfrm>
            <a:custGeom>
              <a:rect b="b" l="l" r="r" t="t"/>
              <a:pathLst>
                <a:path extrusionOk="0" h="2900831" w="5017547">
                  <a:moveTo>
                    <a:pt x="0" y="0"/>
                  </a:moveTo>
                  <a:lnTo>
                    <a:pt x="5017547" y="0"/>
                  </a:lnTo>
                  <a:lnTo>
                    <a:pt x="5017547" y="2900831"/>
                  </a:lnTo>
                  <a:lnTo>
                    <a:pt x="0" y="2900831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57150"/>
              <a:ext cx="5017547" cy="2957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280287" y="141365"/>
            <a:ext cx="887335" cy="887335"/>
          </a:xfrm>
          <a:custGeom>
            <a:rect b="b" l="l" r="r" t="t"/>
            <a:pathLst>
              <a:path extrusionOk="0" h="887335" w="887335">
                <a:moveTo>
                  <a:pt x="0" y="0"/>
                </a:moveTo>
                <a:lnTo>
                  <a:pt x="887335" y="0"/>
                </a:lnTo>
                <a:lnTo>
                  <a:pt x="887335" y="887335"/>
                </a:lnTo>
                <a:lnTo>
                  <a:pt x="0" y="887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>
            <a:off x="2045260" y="1193876"/>
            <a:ext cx="12305246" cy="4540166"/>
            <a:chOff x="0" y="-66675"/>
            <a:chExt cx="3240888" cy="1195764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3240888" cy="1129089"/>
            </a:xfrm>
            <a:custGeom>
              <a:rect b="b" l="l" r="r" t="t"/>
              <a:pathLst>
                <a:path extrusionOk="0" h="1129089" w="3240888">
                  <a:moveTo>
                    <a:pt x="18875" y="0"/>
                  </a:moveTo>
                  <a:lnTo>
                    <a:pt x="3222013" y="0"/>
                  </a:lnTo>
                  <a:cubicBezTo>
                    <a:pt x="3227019" y="0"/>
                    <a:pt x="3231820" y="1989"/>
                    <a:pt x="3235360" y="5528"/>
                  </a:cubicBezTo>
                  <a:cubicBezTo>
                    <a:pt x="3238899" y="9068"/>
                    <a:pt x="3240888" y="13869"/>
                    <a:pt x="3240888" y="18875"/>
                  </a:cubicBezTo>
                  <a:lnTo>
                    <a:pt x="3240888" y="1110214"/>
                  </a:lnTo>
                  <a:cubicBezTo>
                    <a:pt x="3240888" y="1115220"/>
                    <a:pt x="3238899" y="1120021"/>
                    <a:pt x="3235360" y="1123561"/>
                  </a:cubicBezTo>
                  <a:cubicBezTo>
                    <a:pt x="3231820" y="1127100"/>
                    <a:pt x="3227019" y="1129089"/>
                    <a:pt x="3222013" y="1129089"/>
                  </a:cubicBezTo>
                  <a:lnTo>
                    <a:pt x="18875" y="1129089"/>
                  </a:lnTo>
                  <a:cubicBezTo>
                    <a:pt x="8450" y="1129089"/>
                    <a:pt x="0" y="1120638"/>
                    <a:pt x="0" y="1110214"/>
                  </a:cubicBezTo>
                  <a:lnTo>
                    <a:pt x="0" y="18875"/>
                  </a:lnTo>
                  <a:cubicBezTo>
                    <a:pt x="0" y="13869"/>
                    <a:pt x="1989" y="9068"/>
                    <a:pt x="5528" y="5528"/>
                  </a:cubicBezTo>
                  <a:cubicBezTo>
                    <a:pt x="9068" y="1989"/>
                    <a:pt x="13869" y="0"/>
                    <a:pt x="18875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66675"/>
              <a:ext cx="3240888" cy="1195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5226871" y="6617782"/>
            <a:ext cx="8584988" cy="1201674"/>
            <a:chOff x="0" y="-66675"/>
            <a:chExt cx="2261067" cy="316490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2261067" cy="249815"/>
            </a:xfrm>
            <a:custGeom>
              <a:rect b="b" l="l" r="r" t="t"/>
              <a:pathLst>
                <a:path extrusionOk="0" h="249815" w="2261067">
                  <a:moveTo>
                    <a:pt x="45992" y="0"/>
                  </a:moveTo>
                  <a:lnTo>
                    <a:pt x="2215075" y="0"/>
                  </a:lnTo>
                  <a:cubicBezTo>
                    <a:pt x="2240475" y="0"/>
                    <a:pt x="2261067" y="20591"/>
                    <a:pt x="2261067" y="45992"/>
                  </a:cubicBezTo>
                  <a:lnTo>
                    <a:pt x="2261067" y="203824"/>
                  </a:lnTo>
                  <a:cubicBezTo>
                    <a:pt x="2261067" y="216021"/>
                    <a:pt x="2256221" y="227719"/>
                    <a:pt x="2247596" y="236345"/>
                  </a:cubicBezTo>
                  <a:cubicBezTo>
                    <a:pt x="2238971" y="244970"/>
                    <a:pt x="2227273" y="249815"/>
                    <a:pt x="2215075" y="249815"/>
                  </a:cubicBezTo>
                  <a:lnTo>
                    <a:pt x="45992" y="249815"/>
                  </a:lnTo>
                  <a:cubicBezTo>
                    <a:pt x="33794" y="249815"/>
                    <a:pt x="22096" y="244970"/>
                    <a:pt x="13471" y="236345"/>
                  </a:cubicBezTo>
                  <a:cubicBezTo>
                    <a:pt x="4846" y="227719"/>
                    <a:pt x="0" y="216021"/>
                    <a:pt x="0" y="203824"/>
                  </a:cubicBezTo>
                  <a:lnTo>
                    <a:pt x="0" y="45992"/>
                  </a:lnTo>
                  <a:cubicBezTo>
                    <a:pt x="0" y="20591"/>
                    <a:pt x="20591" y="0"/>
                    <a:pt x="45992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0" y="-66675"/>
              <a:ext cx="2261067" cy="316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4937967" y="6242206"/>
            <a:ext cx="8873891" cy="1890807"/>
            <a:chOff x="0" y="-66675"/>
            <a:chExt cx="2337157" cy="497990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2337157" cy="431315"/>
            </a:xfrm>
            <a:custGeom>
              <a:rect b="b" l="l" r="r" t="t"/>
              <a:pathLst>
                <a:path extrusionOk="0" h="431315" w="2337157">
                  <a:moveTo>
                    <a:pt x="44494" y="0"/>
                  </a:moveTo>
                  <a:lnTo>
                    <a:pt x="2292662" y="0"/>
                  </a:lnTo>
                  <a:cubicBezTo>
                    <a:pt x="2317236" y="0"/>
                    <a:pt x="2337157" y="19921"/>
                    <a:pt x="2337157" y="44494"/>
                  </a:cubicBezTo>
                  <a:lnTo>
                    <a:pt x="2337157" y="386821"/>
                  </a:lnTo>
                  <a:cubicBezTo>
                    <a:pt x="2337157" y="411395"/>
                    <a:pt x="2317236" y="431315"/>
                    <a:pt x="2292662" y="431315"/>
                  </a:cubicBezTo>
                  <a:lnTo>
                    <a:pt x="44494" y="431315"/>
                  </a:lnTo>
                  <a:cubicBezTo>
                    <a:pt x="32694" y="431315"/>
                    <a:pt x="21376" y="426627"/>
                    <a:pt x="13032" y="418283"/>
                  </a:cubicBezTo>
                  <a:cubicBezTo>
                    <a:pt x="4688" y="409939"/>
                    <a:pt x="0" y="398622"/>
                    <a:pt x="0" y="386821"/>
                  </a:cubicBezTo>
                  <a:lnTo>
                    <a:pt x="0" y="44494"/>
                  </a:lnTo>
                  <a:cubicBezTo>
                    <a:pt x="0" y="19921"/>
                    <a:pt x="19921" y="0"/>
                    <a:pt x="444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-66675"/>
              <a:ext cx="2337157" cy="497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-3120832" y="6101942"/>
            <a:ext cx="3598601" cy="3435028"/>
          </a:xfrm>
          <a:custGeom>
            <a:rect b="b" l="l" r="r" t="t"/>
            <a:pathLst>
              <a:path extrusionOk="0" h="3435028" w="3598601">
                <a:moveTo>
                  <a:pt x="0" y="0"/>
                </a:moveTo>
                <a:lnTo>
                  <a:pt x="3598601" y="0"/>
                </a:lnTo>
                <a:lnTo>
                  <a:pt x="3598601" y="3435029"/>
                </a:lnTo>
                <a:lnTo>
                  <a:pt x="0" y="3435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 flipH="1">
            <a:off x="17630487" y="1708472"/>
            <a:ext cx="3598601" cy="3435028"/>
          </a:xfrm>
          <a:custGeom>
            <a:rect b="b" l="l" r="r" t="t"/>
            <a:pathLst>
              <a:path extrusionOk="0" h="3435028" w="3598601">
                <a:moveTo>
                  <a:pt x="3598601" y="0"/>
                </a:moveTo>
                <a:lnTo>
                  <a:pt x="0" y="0"/>
                </a:lnTo>
                <a:lnTo>
                  <a:pt x="0" y="3435028"/>
                </a:lnTo>
                <a:lnTo>
                  <a:pt x="3598601" y="3435028"/>
                </a:lnTo>
                <a:lnTo>
                  <a:pt x="3598601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580221" y="7740641"/>
            <a:ext cx="2930079" cy="2171939"/>
          </a:xfrm>
          <a:custGeom>
            <a:rect b="b" l="l" r="r" t="t"/>
            <a:pathLst>
              <a:path extrusionOk="0" h="518186" w="699064">
                <a:moveTo>
                  <a:pt x="190240" y="0"/>
                </a:moveTo>
                <a:lnTo>
                  <a:pt x="508824" y="0"/>
                </a:lnTo>
                <a:cubicBezTo>
                  <a:pt x="613891" y="0"/>
                  <a:pt x="699064" y="85173"/>
                  <a:pt x="699064" y="190240"/>
                </a:cubicBezTo>
                <a:lnTo>
                  <a:pt x="699064" y="327947"/>
                </a:lnTo>
                <a:cubicBezTo>
                  <a:pt x="699064" y="433013"/>
                  <a:pt x="613891" y="518186"/>
                  <a:pt x="508824" y="518186"/>
                </a:cubicBezTo>
                <a:lnTo>
                  <a:pt x="190240" y="518186"/>
                </a:lnTo>
                <a:cubicBezTo>
                  <a:pt x="85173" y="518186"/>
                  <a:pt x="0" y="433013"/>
                  <a:pt x="0" y="327947"/>
                </a:cubicBezTo>
                <a:lnTo>
                  <a:pt x="0" y="190240"/>
                </a:lnTo>
                <a:cubicBezTo>
                  <a:pt x="0" y="85173"/>
                  <a:pt x="85173" y="0"/>
                  <a:pt x="19024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5886" r="-1588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12471159" y="333798"/>
            <a:ext cx="5509791" cy="2226471"/>
          </a:xfrm>
          <a:custGeom>
            <a:rect b="b" l="l" r="r" t="t"/>
            <a:pathLst>
              <a:path extrusionOk="0" h="2226471" w="5509791">
                <a:moveTo>
                  <a:pt x="0" y="0"/>
                </a:moveTo>
                <a:lnTo>
                  <a:pt x="5509791" y="0"/>
                </a:lnTo>
                <a:lnTo>
                  <a:pt x="5509791" y="2226471"/>
                </a:lnTo>
                <a:lnTo>
                  <a:pt x="0" y="222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74319" l="0" r="0" t="-73131"/>
            </a:stretch>
          </a:blipFill>
          <a:ln>
            <a:noFill/>
          </a:ln>
        </p:spPr>
      </p:sp>
      <p:sp>
        <p:nvSpPr>
          <p:cNvPr id="102" name="Google Shape;102;p1"/>
          <p:cNvSpPr txBox="1"/>
          <p:nvPr/>
        </p:nvSpPr>
        <p:spPr>
          <a:xfrm>
            <a:off x="5371323" y="7015421"/>
            <a:ext cx="7916643" cy="54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Estudiante: Guillermo Isaac Terán Mendoza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2890142" y="1922215"/>
            <a:ext cx="10057922" cy="3474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66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Transformación digital e innovación para el desarrollo sostenible MarinoCostero en la Parroquia Manglaralto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109" name="Google Shape;109;p2"/>
          <p:cNvGrpSpPr/>
          <p:nvPr/>
        </p:nvGrpSpPr>
        <p:grpSpPr>
          <a:xfrm>
            <a:off x="-215324" y="-524041"/>
            <a:ext cx="19051000" cy="11231085"/>
            <a:chOff x="0" y="-57150"/>
            <a:chExt cx="5017547" cy="2957981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5017547" cy="2900831"/>
            </a:xfrm>
            <a:custGeom>
              <a:rect b="b" l="l" r="r" t="t"/>
              <a:pathLst>
                <a:path extrusionOk="0" h="2900831" w="5017547">
                  <a:moveTo>
                    <a:pt x="0" y="0"/>
                  </a:moveTo>
                  <a:lnTo>
                    <a:pt x="5017547" y="0"/>
                  </a:lnTo>
                  <a:lnTo>
                    <a:pt x="5017547" y="2900831"/>
                  </a:lnTo>
                  <a:lnTo>
                    <a:pt x="0" y="2900831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111" name="Google Shape;111;p2"/>
            <p:cNvSpPr txBox="1"/>
            <p:nvPr/>
          </p:nvSpPr>
          <p:spPr>
            <a:xfrm>
              <a:off x="0" y="-57150"/>
              <a:ext cx="5017547" cy="2957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"/>
          <p:cNvSpPr/>
          <p:nvPr/>
        </p:nvSpPr>
        <p:spPr>
          <a:xfrm>
            <a:off x="280287" y="141365"/>
            <a:ext cx="887335" cy="887335"/>
          </a:xfrm>
          <a:custGeom>
            <a:rect b="b" l="l" r="r" t="t"/>
            <a:pathLst>
              <a:path extrusionOk="0" h="887335" w="887335">
                <a:moveTo>
                  <a:pt x="0" y="0"/>
                </a:moveTo>
                <a:lnTo>
                  <a:pt x="887335" y="0"/>
                </a:lnTo>
                <a:lnTo>
                  <a:pt x="887335" y="887335"/>
                </a:lnTo>
                <a:lnTo>
                  <a:pt x="0" y="887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3" name="Google Shape;113;p2"/>
          <p:cNvGrpSpPr/>
          <p:nvPr/>
        </p:nvGrpSpPr>
        <p:grpSpPr>
          <a:xfrm>
            <a:off x="5291254" y="893149"/>
            <a:ext cx="8037844" cy="1184460"/>
            <a:chOff x="0" y="-66675"/>
            <a:chExt cx="2116963" cy="311957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2116963" cy="245282"/>
            </a:xfrm>
            <a:custGeom>
              <a:rect b="b" l="l" r="r" t="t"/>
              <a:pathLst>
                <a:path extrusionOk="0" h="245282" w="2116963">
                  <a:moveTo>
                    <a:pt x="28896" y="0"/>
                  </a:moveTo>
                  <a:lnTo>
                    <a:pt x="2088068" y="0"/>
                  </a:lnTo>
                  <a:cubicBezTo>
                    <a:pt x="2104026" y="0"/>
                    <a:pt x="2116963" y="12937"/>
                    <a:pt x="2116963" y="28896"/>
                  </a:cubicBezTo>
                  <a:lnTo>
                    <a:pt x="2116963" y="216386"/>
                  </a:lnTo>
                  <a:cubicBezTo>
                    <a:pt x="2116963" y="224050"/>
                    <a:pt x="2113919" y="231399"/>
                    <a:pt x="2108500" y="236818"/>
                  </a:cubicBezTo>
                  <a:cubicBezTo>
                    <a:pt x="2103081" y="242237"/>
                    <a:pt x="2095731" y="245282"/>
                    <a:pt x="2088068" y="245282"/>
                  </a:cubicBezTo>
                  <a:lnTo>
                    <a:pt x="28896" y="245282"/>
                  </a:lnTo>
                  <a:cubicBezTo>
                    <a:pt x="12937" y="245282"/>
                    <a:pt x="0" y="232345"/>
                    <a:pt x="0" y="216386"/>
                  </a:cubicBezTo>
                  <a:lnTo>
                    <a:pt x="0" y="28896"/>
                  </a:lnTo>
                  <a:cubicBezTo>
                    <a:pt x="0" y="12937"/>
                    <a:pt x="12937" y="0"/>
                    <a:pt x="2889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0" y="-66675"/>
              <a:ext cx="2116963" cy="311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5371323" y="3389613"/>
            <a:ext cx="8584988" cy="2640518"/>
            <a:chOff x="0" y="-66675"/>
            <a:chExt cx="2261067" cy="695445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2261067" cy="628770"/>
            </a:xfrm>
            <a:custGeom>
              <a:rect b="b" l="l" r="r" t="t"/>
              <a:pathLst>
                <a:path extrusionOk="0" h="628770" w="2261067">
                  <a:moveTo>
                    <a:pt x="45992" y="0"/>
                  </a:moveTo>
                  <a:lnTo>
                    <a:pt x="2215075" y="0"/>
                  </a:lnTo>
                  <a:cubicBezTo>
                    <a:pt x="2240475" y="0"/>
                    <a:pt x="2261067" y="20591"/>
                    <a:pt x="2261067" y="45992"/>
                  </a:cubicBezTo>
                  <a:lnTo>
                    <a:pt x="2261067" y="582778"/>
                  </a:lnTo>
                  <a:cubicBezTo>
                    <a:pt x="2261067" y="594976"/>
                    <a:pt x="2256221" y="606674"/>
                    <a:pt x="2247596" y="615299"/>
                  </a:cubicBezTo>
                  <a:cubicBezTo>
                    <a:pt x="2238971" y="623924"/>
                    <a:pt x="2227273" y="628770"/>
                    <a:pt x="2215075" y="628770"/>
                  </a:cubicBezTo>
                  <a:lnTo>
                    <a:pt x="45992" y="628770"/>
                  </a:lnTo>
                  <a:cubicBezTo>
                    <a:pt x="20591" y="628770"/>
                    <a:pt x="0" y="608179"/>
                    <a:pt x="0" y="582778"/>
                  </a:cubicBezTo>
                  <a:lnTo>
                    <a:pt x="0" y="45992"/>
                  </a:lnTo>
                  <a:cubicBezTo>
                    <a:pt x="0" y="20591"/>
                    <a:pt x="20591" y="0"/>
                    <a:pt x="45992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66675"/>
              <a:ext cx="2261067" cy="695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5226871" y="3172829"/>
            <a:ext cx="8873891" cy="3127736"/>
            <a:chOff x="0" y="-66675"/>
            <a:chExt cx="2337157" cy="823766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2337157" cy="757091"/>
            </a:xfrm>
            <a:custGeom>
              <a:rect b="b" l="l" r="r" t="t"/>
              <a:pathLst>
                <a:path extrusionOk="0" h="757091" w="2337157">
                  <a:moveTo>
                    <a:pt x="44494" y="0"/>
                  </a:moveTo>
                  <a:lnTo>
                    <a:pt x="2292662" y="0"/>
                  </a:lnTo>
                  <a:cubicBezTo>
                    <a:pt x="2317236" y="0"/>
                    <a:pt x="2337157" y="19921"/>
                    <a:pt x="2337157" y="44494"/>
                  </a:cubicBezTo>
                  <a:lnTo>
                    <a:pt x="2337157" y="712596"/>
                  </a:lnTo>
                  <a:cubicBezTo>
                    <a:pt x="2337157" y="737170"/>
                    <a:pt x="2317236" y="757091"/>
                    <a:pt x="2292662" y="757091"/>
                  </a:cubicBezTo>
                  <a:lnTo>
                    <a:pt x="44494" y="757091"/>
                  </a:lnTo>
                  <a:cubicBezTo>
                    <a:pt x="32694" y="757091"/>
                    <a:pt x="21376" y="752403"/>
                    <a:pt x="13032" y="744059"/>
                  </a:cubicBezTo>
                  <a:cubicBezTo>
                    <a:pt x="4688" y="735714"/>
                    <a:pt x="0" y="724397"/>
                    <a:pt x="0" y="712596"/>
                  </a:cubicBezTo>
                  <a:lnTo>
                    <a:pt x="0" y="44494"/>
                  </a:lnTo>
                  <a:cubicBezTo>
                    <a:pt x="0" y="19921"/>
                    <a:pt x="19921" y="0"/>
                    <a:pt x="444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66675"/>
              <a:ext cx="2337157" cy="823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13789607" y="529962"/>
            <a:ext cx="4027723" cy="2985573"/>
          </a:xfrm>
          <a:custGeom>
            <a:rect b="b" l="l" r="r" t="t"/>
            <a:pathLst>
              <a:path extrusionOk="0" h="518186" w="699064">
                <a:moveTo>
                  <a:pt x="138395" y="0"/>
                </a:moveTo>
                <a:lnTo>
                  <a:pt x="560669" y="0"/>
                </a:lnTo>
                <a:cubicBezTo>
                  <a:pt x="637102" y="0"/>
                  <a:pt x="699064" y="61962"/>
                  <a:pt x="699064" y="138395"/>
                </a:cubicBezTo>
                <a:lnTo>
                  <a:pt x="699064" y="379791"/>
                </a:lnTo>
                <a:cubicBezTo>
                  <a:pt x="699064" y="456225"/>
                  <a:pt x="637102" y="518186"/>
                  <a:pt x="560669" y="518186"/>
                </a:cubicBezTo>
                <a:lnTo>
                  <a:pt x="138395" y="518186"/>
                </a:lnTo>
                <a:cubicBezTo>
                  <a:pt x="61962" y="518186"/>
                  <a:pt x="0" y="456225"/>
                  <a:pt x="0" y="379791"/>
                </a:cubicBezTo>
                <a:lnTo>
                  <a:pt x="0" y="138395"/>
                </a:lnTo>
                <a:cubicBezTo>
                  <a:pt x="0" y="61962"/>
                  <a:pt x="61962" y="0"/>
                  <a:pt x="138395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87" l="0" r="0" t="-58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-3120832" y="6101942"/>
            <a:ext cx="3598601" cy="3435028"/>
          </a:xfrm>
          <a:custGeom>
            <a:rect b="b" l="l" r="r" t="t"/>
            <a:pathLst>
              <a:path extrusionOk="0" h="3435028" w="3598601">
                <a:moveTo>
                  <a:pt x="0" y="0"/>
                </a:moveTo>
                <a:lnTo>
                  <a:pt x="3598601" y="0"/>
                </a:lnTo>
                <a:lnTo>
                  <a:pt x="3598601" y="3435029"/>
                </a:lnTo>
                <a:lnTo>
                  <a:pt x="0" y="3435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 flipH="1">
            <a:off x="17630487" y="1708472"/>
            <a:ext cx="3598601" cy="3435028"/>
          </a:xfrm>
          <a:custGeom>
            <a:rect b="b" l="l" r="r" t="t"/>
            <a:pathLst>
              <a:path extrusionOk="0" h="3435028" w="3598601">
                <a:moveTo>
                  <a:pt x="3598601" y="0"/>
                </a:moveTo>
                <a:lnTo>
                  <a:pt x="0" y="0"/>
                </a:lnTo>
                <a:lnTo>
                  <a:pt x="0" y="3435028"/>
                </a:lnTo>
                <a:lnTo>
                  <a:pt x="3598601" y="3435028"/>
                </a:lnTo>
                <a:lnTo>
                  <a:pt x="3598601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580221" y="7740641"/>
            <a:ext cx="2930079" cy="2171939"/>
          </a:xfrm>
          <a:custGeom>
            <a:rect b="b" l="l" r="r" t="t"/>
            <a:pathLst>
              <a:path extrusionOk="0" h="518186" w="699064">
                <a:moveTo>
                  <a:pt x="190240" y="0"/>
                </a:moveTo>
                <a:lnTo>
                  <a:pt x="508824" y="0"/>
                </a:lnTo>
                <a:cubicBezTo>
                  <a:pt x="613891" y="0"/>
                  <a:pt x="699064" y="85173"/>
                  <a:pt x="699064" y="190240"/>
                </a:cubicBezTo>
                <a:lnTo>
                  <a:pt x="699064" y="327947"/>
                </a:lnTo>
                <a:cubicBezTo>
                  <a:pt x="699064" y="433013"/>
                  <a:pt x="613891" y="518186"/>
                  <a:pt x="508824" y="518186"/>
                </a:cubicBezTo>
                <a:lnTo>
                  <a:pt x="190240" y="518186"/>
                </a:lnTo>
                <a:cubicBezTo>
                  <a:pt x="85173" y="518186"/>
                  <a:pt x="0" y="433013"/>
                  <a:pt x="0" y="327947"/>
                </a:cubicBezTo>
                <a:lnTo>
                  <a:pt x="0" y="190240"/>
                </a:lnTo>
                <a:cubicBezTo>
                  <a:pt x="0" y="85173"/>
                  <a:pt x="85173" y="0"/>
                  <a:pt x="19024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5886" r="-1588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5709983" y="3733051"/>
            <a:ext cx="7916643" cy="143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Word es un programa que nos permite crear, editar y dar formato a documentos como cartas, informes y currículums.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704005" y="1162843"/>
            <a:ext cx="6079135" cy="802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66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¿Qué es Word?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133" name="Google Shape;133;p3"/>
          <p:cNvGrpSpPr/>
          <p:nvPr/>
        </p:nvGrpSpPr>
        <p:grpSpPr>
          <a:xfrm>
            <a:off x="-702533" y="-1123614"/>
            <a:ext cx="18916353" cy="11410614"/>
            <a:chOff x="0" y="-57150"/>
            <a:chExt cx="4982085" cy="3005265"/>
          </a:xfrm>
        </p:grpSpPr>
        <p:sp>
          <p:nvSpPr>
            <p:cNvPr id="134" name="Google Shape;134;p3"/>
            <p:cNvSpPr/>
            <p:nvPr/>
          </p:nvSpPr>
          <p:spPr>
            <a:xfrm>
              <a:off x="0" y="0"/>
              <a:ext cx="4982085" cy="2948115"/>
            </a:xfrm>
            <a:custGeom>
              <a:rect b="b" l="l" r="r" t="t"/>
              <a:pathLst>
                <a:path extrusionOk="0" h="2948115" w="4982085">
                  <a:moveTo>
                    <a:pt x="0" y="0"/>
                  </a:moveTo>
                  <a:lnTo>
                    <a:pt x="4982085" y="0"/>
                  </a:lnTo>
                  <a:lnTo>
                    <a:pt x="4982085" y="2948115"/>
                  </a:lnTo>
                  <a:lnTo>
                    <a:pt x="0" y="2948115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135" name="Google Shape;135;p3"/>
            <p:cNvSpPr txBox="1"/>
            <p:nvPr/>
          </p:nvSpPr>
          <p:spPr>
            <a:xfrm>
              <a:off x="0" y="-57150"/>
              <a:ext cx="4982085" cy="3005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/>
          <p:nvPr/>
        </p:nvSpPr>
        <p:spPr>
          <a:xfrm>
            <a:off x="692296" y="692296"/>
            <a:ext cx="672808" cy="672808"/>
          </a:xfrm>
          <a:custGeom>
            <a:rect b="b" l="l" r="r" t="t"/>
            <a:pathLst>
              <a:path extrusionOk="0" h="672808" w="672808">
                <a:moveTo>
                  <a:pt x="0" y="0"/>
                </a:moveTo>
                <a:lnTo>
                  <a:pt x="672808" y="0"/>
                </a:lnTo>
                <a:lnTo>
                  <a:pt x="672808" y="672808"/>
                </a:lnTo>
                <a:lnTo>
                  <a:pt x="0" y="672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7" name="Google Shape;137;p3"/>
          <p:cNvGrpSpPr/>
          <p:nvPr/>
        </p:nvGrpSpPr>
        <p:grpSpPr>
          <a:xfrm>
            <a:off x="1365104" y="458914"/>
            <a:ext cx="11404020" cy="906190"/>
            <a:chOff x="0" y="-66675"/>
            <a:chExt cx="3003528" cy="238667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3003528" cy="171992"/>
            </a:xfrm>
            <a:custGeom>
              <a:rect b="b" l="l" r="r" t="t"/>
              <a:pathLst>
                <a:path extrusionOk="0" h="171992" w="3003528">
                  <a:moveTo>
                    <a:pt x="20366" y="0"/>
                  </a:moveTo>
                  <a:lnTo>
                    <a:pt x="2983162" y="0"/>
                  </a:lnTo>
                  <a:cubicBezTo>
                    <a:pt x="2994410" y="0"/>
                    <a:pt x="3003528" y="9118"/>
                    <a:pt x="3003528" y="20366"/>
                  </a:cubicBezTo>
                  <a:lnTo>
                    <a:pt x="3003528" y="151626"/>
                  </a:lnTo>
                  <a:cubicBezTo>
                    <a:pt x="3003528" y="162874"/>
                    <a:pt x="2994410" y="171992"/>
                    <a:pt x="2983162" y="171992"/>
                  </a:cubicBezTo>
                  <a:lnTo>
                    <a:pt x="20366" y="171992"/>
                  </a:lnTo>
                  <a:cubicBezTo>
                    <a:pt x="9118" y="171992"/>
                    <a:pt x="0" y="162874"/>
                    <a:pt x="0" y="151626"/>
                  </a:cubicBezTo>
                  <a:lnTo>
                    <a:pt x="0" y="20366"/>
                  </a:lnTo>
                  <a:cubicBezTo>
                    <a:pt x="0" y="9118"/>
                    <a:pt x="9118" y="0"/>
                    <a:pt x="2036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0" y="-66675"/>
              <a:ext cx="3003528" cy="238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3"/>
          <p:cNvGrpSpPr/>
          <p:nvPr/>
        </p:nvGrpSpPr>
        <p:grpSpPr>
          <a:xfrm>
            <a:off x="2681264" y="2503701"/>
            <a:ext cx="8465331" cy="3609252"/>
            <a:chOff x="0" y="-66675"/>
            <a:chExt cx="2229552" cy="950585"/>
          </a:xfrm>
        </p:grpSpPr>
        <p:sp>
          <p:nvSpPr>
            <p:cNvPr id="141" name="Google Shape;141;p3"/>
            <p:cNvSpPr/>
            <p:nvPr/>
          </p:nvSpPr>
          <p:spPr>
            <a:xfrm>
              <a:off x="0" y="0"/>
              <a:ext cx="2229552" cy="883910"/>
            </a:xfrm>
            <a:custGeom>
              <a:rect b="b" l="l" r="r" t="t"/>
              <a:pathLst>
                <a:path extrusionOk="0" h="883910" w="2229552">
                  <a:moveTo>
                    <a:pt x="46642" y="0"/>
                  </a:moveTo>
                  <a:lnTo>
                    <a:pt x="2182911" y="0"/>
                  </a:lnTo>
                  <a:cubicBezTo>
                    <a:pt x="2208670" y="0"/>
                    <a:pt x="2229552" y="20882"/>
                    <a:pt x="2229552" y="46642"/>
                  </a:cubicBezTo>
                  <a:lnTo>
                    <a:pt x="2229552" y="837268"/>
                  </a:lnTo>
                  <a:cubicBezTo>
                    <a:pt x="2229552" y="863028"/>
                    <a:pt x="2208670" y="883910"/>
                    <a:pt x="2182911" y="883910"/>
                  </a:cubicBezTo>
                  <a:lnTo>
                    <a:pt x="46642" y="883910"/>
                  </a:lnTo>
                  <a:cubicBezTo>
                    <a:pt x="20882" y="883910"/>
                    <a:pt x="0" y="863028"/>
                    <a:pt x="0" y="837268"/>
                  </a:cubicBezTo>
                  <a:lnTo>
                    <a:pt x="0" y="46642"/>
                  </a:lnTo>
                  <a:cubicBezTo>
                    <a:pt x="0" y="20882"/>
                    <a:pt x="20882" y="0"/>
                    <a:pt x="46642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0" y="-66675"/>
              <a:ext cx="2229552" cy="950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3"/>
          <p:cNvGrpSpPr/>
          <p:nvPr/>
        </p:nvGrpSpPr>
        <p:grpSpPr>
          <a:xfrm>
            <a:off x="2511295" y="1885122"/>
            <a:ext cx="8276825" cy="4040123"/>
            <a:chOff x="0" y="-66675"/>
            <a:chExt cx="2179905" cy="1064065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2179905" cy="997390"/>
            </a:xfrm>
            <a:custGeom>
              <a:rect b="b" l="l" r="r" t="t"/>
              <a:pathLst>
                <a:path extrusionOk="0" h="997390" w="2179905">
                  <a:moveTo>
                    <a:pt x="47704" y="0"/>
                  </a:moveTo>
                  <a:lnTo>
                    <a:pt x="2132200" y="0"/>
                  </a:lnTo>
                  <a:cubicBezTo>
                    <a:pt x="2158547" y="0"/>
                    <a:pt x="2179905" y="21358"/>
                    <a:pt x="2179905" y="47704"/>
                  </a:cubicBezTo>
                  <a:lnTo>
                    <a:pt x="2179905" y="949686"/>
                  </a:lnTo>
                  <a:cubicBezTo>
                    <a:pt x="2179905" y="962338"/>
                    <a:pt x="2174879" y="974472"/>
                    <a:pt x="2165932" y="983418"/>
                  </a:cubicBezTo>
                  <a:cubicBezTo>
                    <a:pt x="2156986" y="992364"/>
                    <a:pt x="2144852" y="997390"/>
                    <a:pt x="2132200" y="997390"/>
                  </a:cubicBezTo>
                  <a:lnTo>
                    <a:pt x="47704" y="997390"/>
                  </a:lnTo>
                  <a:cubicBezTo>
                    <a:pt x="21358" y="997390"/>
                    <a:pt x="0" y="976032"/>
                    <a:pt x="0" y="949686"/>
                  </a:cubicBezTo>
                  <a:lnTo>
                    <a:pt x="0" y="47704"/>
                  </a:lnTo>
                  <a:cubicBezTo>
                    <a:pt x="0" y="21358"/>
                    <a:pt x="21358" y="0"/>
                    <a:pt x="477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0" y="-66675"/>
              <a:ext cx="2179905" cy="1064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3"/>
          <p:cNvSpPr txBox="1"/>
          <p:nvPr/>
        </p:nvSpPr>
        <p:spPr>
          <a:xfrm>
            <a:off x="1445892" y="547387"/>
            <a:ext cx="12820705" cy="80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1.La barra de herramientas de acceso rápido.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4085714" y="6732975"/>
            <a:ext cx="9339860" cy="1417932"/>
          </a:xfrm>
          <a:custGeom>
            <a:rect b="b" l="l" r="r" t="t"/>
            <a:pathLst>
              <a:path extrusionOk="0" h="1417932" w="9339860">
                <a:moveTo>
                  <a:pt x="0" y="0"/>
                </a:moveTo>
                <a:lnTo>
                  <a:pt x="9339859" y="0"/>
                </a:lnTo>
                <a:lnTo>
                  <a:pt x="9339859" y="1417932"/>
                </a:lnTo>
                <a:lnTo>
                  <a:pt x="0" y="141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3"/>
          <p:cNvSpPr txBox="1"/>
          <p:nvPr/>
        </p:nvSpPr>
        <p:spPr>
          <a:xfrm>
            <a:off x="2856327" y="2852856"/>
            <a:ext cx="7586761" cy="2868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botones que tiene son guardar, deshacer el cual sirve para borrar la última acción realizada, rehacer que recupera lo que hemos deshecho  y abrir, este último botón abre el despegable para personalizar los botones que aparecen en la barra.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154" name="Google Shape;154;p4"/>
          <p:cNvGrpSpPr/>
          <p:nvPr/>
        </p:nvGrpSpPr>
        <p:grpSpPr>
          <a:xfrm>
            <a:off x="-702533" y="-1123614"/>
            <a:ext cx="18916353" cy="11410614"/>
            <a:chOff x="0" y="-57150"/>
            <a:chExt cx="4982085" cy="3005265"/>
          </a:xfrm>
        </p:grpSpPr>
        <p:sp>
          <p:nvSpPr>
            <p:cNvPr id="155" name="Google Shape;155;p4"/>
            <p:cNvSpPr/>
            <p:nvPr/>
          </p:nvSpPr>
          <p:spPr>
            <a:xfrm>
              <a:off x="0" y="0"/>
              <a:ext cx="4982085" cy="2948115"/>
            </a:xfrm>
            <a:custGeom>
              <a:rect b="b" l="l" r="r" t="t"/>
              <a:pathLst>
                <a:path extrusionOk="0" h="2948115" w="4982085">
                  <a:moveTo>
                    <a:pt x="0" y="0"/>
                  </a:moveTo>
                  <a:lnTo>
                    <a:pt x="4982085" y="0"/>
                  </a:lnTo>
                  <a:lnTo>
                    <a:pt x="4982085" y="2948115"/>
                  </a:lnTo>
                  <a:lnTo>
                    <a:pt x="0" y="2948115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156" name="Google Shape;156;p4"/>
            <p:cNvSpPr txBox="1"/>
            <p:nvPr/>
          </p:nvSpPr>
          <p:spPr>
            <a:xfrm>
              <a:off x="0" y="-57150"/>
              <a:ext cx="4982085" cy="3005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4"/>
          <p:cNvSpPr/>
          <p:nvPr/>
        </p:nvSpPr>
        <p:spPr>
          <a:xfrm>
            <a:off x="692296" y="692296"/>
            <a:ext cx="672808" cy="672808"/>
          </a:xfrm>
          <a:custGeom>
            <a:rect b="b" l="l" r="r" t="t"/>
            <a:pathLst>
              <a:path extrusionOk="0" h="672808" w="672808">
                <a:moveTo>
                  <a:pt x="0" y="0"/>
                </a:moveTo>
                <a:lnTo>
                  <a:pt x="672808" y="0"/>
                </a:lnTo>
                <a:lnTo>
                  <a:pt x="672808" y="672808"/>
                </a:lnTo>
                <a:lnTo>
                  <a:pt x="0" y="672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8" name="Google Shape;158;p4"/>
          <p:cNvGrpSpPr/>
          <p:nvPr/>
        </p:nvGrpSpPr>
        <p:grpSpPr>
          <a:xfrm>
            <a:off x="1365104" y="458914"/>
            <a:ext cx="11404020" cy="906190"/>
            <a:chOff x="0" y="-66675"/>
            <a:chExt cx="3003528" cy="238667"/>
          </a:xfrm>
        </p:grpSpPr>
        <p:sp>
          <p:nvSpPr>
            <p:cNvPr id="159" name="Google Shape;159;p4"/>
            <p:cNvSpPr/>
            <p:nvPr/>
          </p:nvSpPr>
          <p:spPr>
            <a:xfrm>
              <a:off x="0" y="0"/>
              <a:ext cx="3003528" cy="171992"/>
            </a:xfrm>
            <a:custGeom>
              <a:rect b="b" l="l" r="r" t="t"/>
              <a:pathLst>
                <a:path extrusionOk="0" h="171992" w="3003528">
                  <a:moveTo>
                    <a:pt x="20366" y="0"/>
                  </a:moveTo>
                  <a:lnTo>
                    <a:pt x="2983162" y="0"/>
                  </a:lnTo>
                  <a:cubicBezTo>
                    <a:pt x="2994410" y="0"/>
                    <a:pt x="3003528" y="9118"/>
                    <a:pt x="3003528" y="20366"/>
                  </a:cubicBezTo>
                  <a:lnTo>
                    <a:pt x="3003528" y="151626"/>
                  </a:lnTo>
                  <a:cubicBezTo>
                    <a:pt x="3003528" y="162874"/>
                    <a:pt x="2994410" y="171992"/>
                    <a:pt x="2983162" y="171992"/>
                  </a:cubicBezTo>
                  <a:lnTo>
                    <a:pt x="20366" y="171992"/>
                  </a:lnTo>
                  <a:cubicBezTo>
                    <a:pt x="9118" y="171992"/>
                    <a:pt x="0" y="162874"/>
                    <a:pt x="0" y="151626"/>
                  </a:cubicBezTo>
                  <a:lnTo>
                    <a:pt x="0" y="20366"/>
                  </a:lnTo>
                  <a:cubicBezTo>
                    <a:pt x="0" y="9118"/>
                    <a:pt x="9118" y="0"/>
                    <a:pt x="2036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0" y="-66675"/>
              <a:ext cx="3003528" cy="238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4"/>
          <p:cNvGrpSpPr/>
          <p:nvPr/>
        </p:nvGrpSpPr>
        <p:grpSpPr>
          <a:xfrm>
            <a:off x="3174969" y="2503701"/>
            <a:ext cx="7971625" cy="3609252"/>
            <a:chOff x="0" y="-66675"/>
            <a:chExt cx="2099523" cy="950585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2099523" cy="883910"/>
            </a:xfrm>
            <a:custGeom>
              <a:rect b="b" l="l" r="r" t="t"/>
              <a:pathLst>
                <a:path extrusionOk="0" h="883910" w="2099523">
                  <a:moveTo>
                    <a:pt x="49530" y="0"/>
                  </a:moveTo>
                  <a:lnTo>
                    <a:pt x="2049992" y="0"/>
                  </a:lnTo>
                  <a:cubicBezTo>
                    <a:pt x="2077347" y="0"/>
                    <a:pt x="2099523" y="22176"/>
                    <a:pt x="2099523" y="49530"/>
                  </a:cubicBezTo>
                  <a:lnTo>
                    <a:pt x="2099523" y="834379"/>
                  </a:lnTo>
                  <a:cubicBezTo>
                    <a:pt x="2099523" y="847516"/>
                    <a:pt x="2094304" y="860114"/>
                    <a:pt x="2085016" y="869403"/>
                  </a:cubicBezTo>
                  <a:cubicBezTo>
                    <a:pt x="2075727" y="878691"/>
                    <a:pt x="2063129" y="883910"/>
                    <a:pt x="2049992" y="883910"/>
                  </a:cubicBezTo>
                  <a:lnTo>
                    <a:pt x="49530" y="883910"/>
                  </a:lnTo>
                  <a:cubicBezTo>
                    <a:pt x="22176" y="883910"/>
                    <a:pt x="0" y="861734"/>
                    <a:pt x="0" y="834379"/>
                  </a:cubicBezTo>
                  <a:lnTo>
                    <a:pt x="0" y="49530"/>
                  </a:lnTo>
                  <a:cubicBezTo>
                    <a:pt x="0" y="36394"/>
                    <a:pt x="5218" y="23796"/>
                    <a:pt x="14507" y="14507"/>
                  </a:cubicBezTo>
                  <a:cubicBezTo>
                    <a:pt x="23796" y="5218"/>
                    <a:pt x="36394" y="0"/>
                    <a:pt x="49530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0" y="-66675"/>
              <a:ext cx="2099523" cy="950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4"/>
          <p:cNvGrpSpPr/>
          <p:nvPr/>
        </p:nvGrpSpPr>
        <p:grpSpPr>
          <a:xfrm>
            <a:off x="2511295" y="1885122"/>
            <a:ext cx="8276825" cy="3654134"/>
            <a:chOff x="0" y="-66675"/>
            <a:chExt cx="2179905" cy="962406"/>
          </a:xfrm>
        </p:grpSpPr>
        <p:sp>
          <p:nvSpPr>
            <p:cNvPr id="165" name="Google Shape;165;p4"/>
            <p:cNvSpPr/>
            <p:nvPr/>
          </p:nvSpPr>
          <p:spPr>
            <a:xfrm>
              <a:off x="0" y="0"/>
              <a:ext cx="2179905" cy="895731"/>
            </a:xfrm>
            <a:custGeom>
              <a:rect b="b" l="l" r="r" t="t"/>
              <a:pathLst>
                <a:path extrusionOk="0" h="895731" w="2179905">
                  <a:moveTo>
                    <a:pt x="47704" y="0"/>
                  </a:moveTo>
                  <a:lnTo>
                    <a:pt x="2132200" y="0"/>
                  </a:lnTo>
                  <a:cubicBezTo>
                    <a:pt x="2158547" y="0"/>
                    <a:pt x="2179905" y="21358"/>
                    <a:pt x="2179905" y="47704"/>
                  </a:cubicBezTo>
                  <a:lnTo>
                    <a:pt x="2179905" y="848027"/>
                  </a:lnTo>
                  <a:cubicBezTo>
                    <a:pt x="2179905" y="874373"/>
                    <a:pt x="2158547" y="895731"/>
                    <a:pt x="2132200" y="895731"/>
                  </a:cubicBezTo>
                  <a:lnTo>
                    <a:pt x="47704" y="895731"/>
                  </a:lnTo>
                  <a:cubicBezTo>
                    <a:pt x="35052" y="895731"/>
                    <a:pt x="22918" y="890705"/>
                    <a:pt x="13972" y="881758"/>
                  </a:cubicBezTo>
                  <a:cubicBezTo>
                    <a:pt x="5026" y="872812"/>
                    <a:pt x="0" y="860679"/>
                    <a:pt x="0" y="848027"/>
                  </a:cubicBezTo>
                  <a:lnTo>
                    <a:pt x="0" y="47704"/>
                  </a:lnTo>
                  <a:cubicBezTo>
                    <a:pt x="0" y="21358"/>
                    <a:pt x="21358" y="0"/>
                    <a:pt x="477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0" y="-66675"/>
              <a:ext cx="2179905" cy="962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4"/>
          <p:cNvSpPr/>
          <p:nvPr/>
        </p:nvSpPr>
        <p:spPr>
          <a:xfrm>
            <a:off x="3719485" y="7025198"/>
            <a:ext cx="10328394" cy="706886"/>
          </a:xfrm>
          <a:custGeom>
            <a:rect b="b" l="l" r="r" t="t"/>
            <a:pathLst>
              <a:path extrusionOk="0" h="706886" w="10328394">
                <a:moveTo>
                  <a:pt x="0" y="0"/>
                </a:moveTo>
                <a:lnTo>
                  <a:pt x="10328394" y="0"/>
                </a:lnTo>
                <a:lnTo>
                  <a:pt x="10328394" y="706886"/>
                </a:lnTo>
                <a:lnTo>
                  <a:pt x="0" y="706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4"/>
          <p:cNvSpPr txBox="1"/>
          <p:nvPr/>
        </p:nvSpPr>
        <p:spPr>
          <a:xfrm>
            <a:off x="1845559" y="530371"/>
            <a:ext cx="12820705" cy="80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La barra de título.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2856327" y="2833806"/>
            <a:ext cx="7586761" cy="2009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3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barra de título suele contener el nombre del documento abierto del cual se está visualizando , además del nombre del programa.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175" name="Google Shape;175;p5"/>
          <p:cNvGrpSpPr/>
          <p:nvPr/>
        </p:nvGrpSpPr>
        <p:grpSpPr>
          <a:xfrm>
            <a:off x="-702533" y="-1123614"/>
            <a:ext cx="18916353" cy="11410614"/>
            <a:chOff x="0" y="-57150"/>
            <a:chExt cx="4982085" cy="3005265"/>
          </a:xfrm>
        </p:grpSpPr>
        <p:sp>
          <p:nvSpPr>
            <p:cNvPr id="176" name="Google Shape;176;p5"/>
            <p:cNvSpPr/>
            <p:nvPr/>
          </p:nvSpPr>
          <p:spPr>
            <a:xfrm>
              <a:off x="0" y="0"/>
              <a:ext cx="4982085" cy="2948115"/>
            </a:xfrm>
            <a:custGeom>
              <a:rect b="b" l="l" r="r" t="t"/>
              <a:pathLst>
                <a:path extrusionOk="0" h="2948115" w="4982085">
                  <a:moveTo>
                    <a:pt x="0" y="0"/>
                  </a:moveTo>
                  <a:lnTo>
                    <a:pt x="4982085" y="0"/>
                  </a:lnTo>
                  <a:lnTo>
                    <a:pt x="4982085" y="2948115"/>
                  </a:lnTo>
                  <a:lnTo>
                    <a:pt x="0" y="2948115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177" name="Google Shape;177;p5"/>
            <p:cNvSpPr txBox="1"/>
            <p:nvPr/>
          </p:nvSpPr>
          <p:spPr>
            <a:xfrm>
              <a:off x="0" y="-57150"/>
              <a:ext cx="4982085" cy="3005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5"/>
          <p:cNvSpPr/>
          <p:nvPr/>
        </p:nvSpPr>
        <p:spPr>
          <a:xfrm>
            <a:off x="692296" y="692296"/>
            <a:ext cx="672808" cy="672808"/>
          </a:xfrm>
          <a:custGeom>
            <a:rect b="b" l="l" r="r" t="t"/>
            <a:pathLst>
              <a:path extrusionOk="0" h="672808" w="672808">
                <a:moveTo>
                  <a:pt x="0" y="0"/>
                </a:moveTo>
                <a:lnTo>
                  <a:pt x="672808" y="0"/>
                </a:lnTo>
                <a:lnTo>
                  <a:pt x="672808" y="672808"/>
                </a:lnTo>
                <a:lnTo>
                  <a:pt x="0" y="672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" name="Google Shape;179;p5"/>
          <p:cNvGrpSpPr/>
          <p:nvPr/>
        </p:nvGrpSpPr>
        <p:grpSpPr>
          <a:xfrm>
            <a:off x="3053633" y="439139"/>
            <a:ext cx="11404020" cy="906190"/>
            <a:chOff x="0" y="-66675"/>
            <a:chExt cx="3003528" cy="238667"/>
          </a:xfrm>
        </p:grpSpPr>
        <p:sp>
          <p:nvSpPr>
            <p:cNvPr id="180" name="Google Shape;180;p5"/>
            <p:cNvSpPr/>
            <p:nvPr/>
          </p:nvSpPr>
          <p:spPr>
            <a:xfrm>
              <a:off x="0" y="0"/>
              <a:ext cx="3003528" cy="171992"/>
            </a:xfrm>
            <a:custGeom>
              <a:rect b="b" l="l" r="r" t="t"/>
              <a:pathLst>
                <a:path extrusionOk="0" h="171992" w="3003528">
                  <a:moveTo>
                    <a:pt x="20366" y="0"/>
                  </a:moveTo>
                  <a:lnTo>
                    <a:pt x="2983162" y="0"/>
                  </a:lnTo>
                  <a:cubicBezTo>
                    <a:pt x="2994410" y="0"/>
                    <a:pt x="3003528" y="9118"/>
                    <a:pt x="3003528" y="20366"/>
                  </a:cubicBezTo>
                  <a:lnTo>
                    <a:pt x="3003528" y="151626"/>
                  </a:lnTo>
                  <a:cubicBezTo>
                    <a:pt x="3003528" y="162874"/>
                    <a:pt x="2994410" y="171992"/>
                    <a:pt x="2983162" y="171992"/>
                  </a:cubicBezTo>
                  <a:lnTo>
                    <a:pt x="20366" y="171992"/>
                  </a:lnTo>
                  <a:cubicBezTo>
                    <a:pt x="9118" y="171992"/>
                    <a:pt x="0" y="162874"/>
                    <a:pt x="0" y="151626"/>
                  </a:cubicBezTo>
                  <a:lnTo>
                    <a:pt x="0" y="20366"/>
                  </a:lnTo>
                  <a:cubicBezTo>
                    <a:pt x="0" y="9118"/>
                    <a:pt x="9118" y="0"/>
                    <a:pt x="2036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0" y="-66675"/>
              <a:ext cx="3003528" cy="238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5"/>
          <p:cNvGrpSpPr/>
          <p:nvPr/>
        </p:nvGrpSpPr>
        <p:grpSpPr>
          <a:xfrm>
            <a:off x="7649490" y="2070558"/>
            <a:ext cx="7971625" cy="4408158"/>
            <a:chOff x="0" y="-66675"/>
            <a:chExt cx="2099523" cy="1160996"/>
          </a:xfrm>
        </p:grpSpPr>
        <p:sp>
          <p:nvSpPr>
            <p:cNvPr id="183" name="Google Shape;183;p5"/>
            <p:cNvSpPr/>
            <p:nvPr/>
          </p:nvSpPr>
          <p:spPr>
            <a:xfrm>
              <a:off x="0" y="0"/>
              <a:ext cx="2099523" cy="1094321"/>
            </a:xfrm>
            <a:custGeom>
              <a:rect b="b" l="l" r="r" t="t"/>
              <a:pathLst>
                <a:path extrusionOk="0" h="1094321" w="2099523">
                  <a:moveTo>
                    <a:pt x="49530" y="0"/>
                  </a:moveTo>
                  <a:lnTo>
                    <a:pt x="2049992" y="0"/>
                  </a:lnTo>
                  <a:cubicBezTo>
                    <a:pt x="2077347" y="0"/>
                    <a:pt x="2099523" y="22176"/>
                    <a:pt x="2099523" y="49530"/>
                  </a:cubicBezTo>
                  <a:lnTo>
                    <a:pt x="2099523" y="1044791"/>
                  </a:lnTo>
                  <a:cubicBezTo>
                    <a:pt x="2099523" y="1057927"/>
                    <a:pt x="2094304" y="1070525"/>
                    <a:pt x="2085016" y="1079814"/>
                  </a:cubicBezTo>
                  <a:cubicBezTo>
                    <a:pt x="2075727" y="1089103"/>
                    <a:pt x="2063129" y="1094321"/>
                    <a:pt x="2049992" y="1094321"/>
                  </a:cubicBezTo>
                  <a:lnTo>
                    <a:pt x="49530" y="1094321"/>
                  </a:lnTo>
                  <a:cubicBezTo>
                    <a:pt x="22176" y="1094321"/>
                    <a:pt x="0" y="1072146"/>
                    <a:pt x="0" y="1044791"/>
                  </a:cubicBezTo>
                  <a:lnTo>
                    <a:pt x="0" y="49530"/>
                  </a:lnTo>
                  <a:cubicBezTo>
                    <a:pt x="0" y="36394"/>
                    <a:pt x="5218" y="23796"/>
                    <a:pt x="14507" y="14507"/>
                  </a:cubicBezTo>
                  <a:cubicBezTo>
                    <a:pt x="23796" y="5218"/>
                    <a:pt x="36394" y="0"/>
                    <a:pt x="49530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 txBox="1"/>
            <p:nvPr/>
          </p:nvSpPr>
          <p:spPr>
            <a:xfrm>
              <a:off x="0" y="-66675"/>
              <a:ext cx="2099523" cy="116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5"/>
          <p:cNvGrpSpPr/>
          <p:nvPr/>
        </p:nvGrpSpPr>
        <p:grpSpPr>
          <a:xfrm>
            <a:off x="8107426" y="1822287"/>
            <a:ext cx="8276825" cy="4461218"/>
            <a:chOff x="0" y="-66675"/>
            <a:chExt cx="2179905" cy="1174971"/>
          </a:xfrm>
        </p:grpSpPr>
        <p:sp>
          <p:nvSpPr>
            <p:cNvPr id="186" name="Google Shape;186;p5"/>
            <p:cNvSpPr/>
            <p:nvPr/>
          </p:nvSpPr>
          <p:spPr>
            <a:xfrm>
              <a:off x="0" y="0"/>
              <a:ext cx="2179905" cy="1108296"/>
            </a:xfrm>
            <a:custGeom>
              <a:rect b="b" l="l" r="r" t="t"/>
              <a:pathLst>
                <a:path extrusionOk="0" h="1108296" w="2179905">
                  <a:moveTo>
                    <a:pt x="47704" y="0"/>
                  </a:moveTo>
                  <a:lnTo>
                    <a:pt x="2132200" y="0"/>
                  </a:lnTo>
                  <a:cubicBezTo>
                    <a:pt x="2158547" y="0"/>
                    <a:pt x="2179905" y="21358"/>
                    <a:pt x="2179905" y="47704"/>
                  </a:cubicBezTo>
                  <a:lnTo>
                    <a:pt x="2179905" y="1060592"/>
                  </a:lnTo>
                  <a:cubicBezTo>
                    <a:pt x="2179905" y="1073244"/>
                    <a:pt x="2174879" y="1085378"/>
                    <a:pt x="2165932" y="1094324"/>
                  </a:cubicBezTo>
                  <a:cubicBezTo>
                    <a:pt x="2156986" y="1103270"/>
                    <a:pt x="2144852" y="1108296"/>
                    <a:pt x="2132200" y="1108296"/>
                  </a:cubicBezTo>
                  <a:lnTo>
                    <a:pt x="47704" y="1108296"/>
                  </a:lnTo>
                  <a:cubicBezTo>
                    <a:pt x="21358" y="1108296"/>
                    <a:pt x="0" y="1086938"/>
                    <a:pt x="0" y="1060592"/>
                  </a:cubicBezTo>
                  <a:lnTo>
                    <a:pt x="0" y="47704"/>
                  </a:lnTo>
                  <a:cubicBezTo>
                    <a:pt x="0" y="21358"/>
                    <a:pt x="21358" y="0"/>
                    <a:pt x="477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5"/>
            <p:cNvSpPr txBox="1"/>
            <p:nvPr/>
          </p:nvSpPr>
          <p:spPr>
            <a:xfrm>
              <a:off x="0" y="-66675"/>
              <a:ext cx="2179905" cy="1174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5"/>
          <p:cNvSpPr/>
          <p:nvPr/>
        </p:nvSpPr>
        <p:spPr>
          <a:xfrm>
            <a:off x="495780" y="7668546"/>
            <a:ext cx="17039461" cy="1128864"/>
          </a:xfrm>
          <a:custGeom>
            <a:rect b="b" l="l" r="r" t="t"/>
            <a:pathLst>
              <a:path extrusionOk="0" h="1128864" w="17039461">
                <a:moveTo>
                  <a:pt x="0" y="0"/>
                </a:moveTo>
                <a:lnTo>
                  <a:pt x="17039461" y="0"/>
                </a:lnTo>
                <a:lnTo>
                  <a:pt x="17039461" y="1128864"/>
                </a:lnTo>
                <a:lnTo>
                  <a:pt x="0" y="1128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5"/>
          <p:cNvSpPr txBox="1"/>
          <p:nvPr/>
        </p:nvSpPr>
        <p:spPr>
          <a:xfrm>
            <a:off x="3234249" y="530371"/>
            <a:ext cx="12820705" cy="80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y 4. La cinta de opciones.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8834656" y="2276090"/>
            <a:ext cx="6427401" cy="3820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el elemento más importante de todos, es una franja que contiene las herramientas y utilidades que useremos para realizar acciones en word. Se organiza en pestañas en las que encontramos Inicio, Insertar, etc. Para cada pestaña hay una cinta de opciones diferente.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196" name="Google Shape;196;p6"/>
          <p:cNvGrpSpPr/>
          <p:nvPr/>
        </p:nvGrpSpPr>
        <p:grpSpPr>
          <a:xfrm>
            <a:off x="-702533" y="-1123614"/>
            <a:ext cx="18916353" cy="11410614"/>
            <a:chOff x="0" y="-57150"/>
            <a:chExt cx="4982085" cy="3005265"/>
          </a:xfrm>
        </p:grpSpPr>
        <p:sp>
          <p:nvSpPr>
            <p:cNvPr id="197" name="Google Shape;197;p6"/>
            <p:cNvSpPr/>
            <p:nvPr/>
          </p:nvSpPr>
          <p:spPr>
            <a:xfrm>
              <a:off x="0" y="0"/>
              <a:ext cx="4982085" cy="2948115"/>
            </a:xfrm>
            <a:custGeom>
              <a:rect b="b" l="l" r="r" t="t"/>
              <a:pathLst>
                <a:path extrusionOk="0" h="2948115" w="4982085">
                  <a:moveTo>
                    <a:pt x="0" y="0"/>
                  </a:moveTo>
                  <a:lnTo>
                    <a:pt x="4982085" y="0"/>
                  </a:lnTo>
                  <a:lnTo>
                    <a:pt x="4982085" y="2948115"/>
                  </a:lnTo>
                  <a:lnTo>
                    <a:pt x="0" y="2948115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198" name="Google Shape;198;p6"/>
            <p:cNvSpPr txBox="1"/>
            <p:nvPr/>
          </p:nvSpPr>
          <p:spPr>
            <a:xfrm>
              <a:off x="0" y="-57150"/>
              <a:ext cx="4982085" cy="3005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6"/>
          <p:cNvSpPr/>
          <p:nvPr/>
        </p:nvSpPr>
        <p:spPr>
          <a:xfrm>
            <a:off x="692296" y="692296"/>
            <a:ext cx="672808" cy="672808"/>
          </a:xfrm>
          <a:custGeom>
            <a:rect b="b" l="l" r="r" t="t"/>
            <a:pathLst>
              <a:path extrusionOk="0" h="672808" w="672808">
                <a:moveTo>
                  <a:pt x="0" y="0"/>
                </a:moveTo>
                <a:lnTo>
                  <a:pt x="672808" y="0"/>
                </a:lnTo>
                <a:lnTo>
                  <a:pt x="672808" y="672808"/>
                </a:lnTo>
                <a:lnTo>
                  <a:pt x="0" y="672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0" name="Google Shape;200;p6"/>
          <p:cNvGrpSpPr/>
          <p:nvPr/>
        </p:nvGrpSpPr>
        <p:grpSpPr>
          <a:xfrm>
            <a:off x="1365104" y="458914"/>
            <a:ext cx="11404020" cy="906190"/>
            <a:chOff x="0" y="-66675"/>
            <a:chExt cx="3003528" cy="238667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3003528" cy="171992"/>
            </a:xfrm>
            <a:custGeom>
              <a:rect b="b" l="l" r="r" t="t"/>
              <a:pathLst>
                <a:path extrusionOk="0" h="171992" w="3003528">
                  <a:moveTo>
                    <a:pt x="20366" y="0"/>
                  </a:moveTo>
                  <a:lnTo>
                    <a:pt x="2983162" y="0"/>
                  </a:lnTo>
                  <a:cubicBezTo>
                    <a:pt x="2994410" y="0"/>
                    <a:pt x="3003528" y="9118"/>
                    <a:pt x="3003528" y="20366"/>
                  </a:cubicBezTo>
                  <a:lnTo>
                    <a:pt x="3003528" y="151626"/>
                  </a:lnTo>
                  <a:cubicBezTo>
                    <a:pt x="3003528" y="162874"/>
                    <a:pt x="2994410" y="171992"/>
                    <a:pt x="2983162" y="171992"/>
                  </a:cubicBezTo>
                  <a:lnTo>
                    <a:pt x="20366" y="171992"/>
                  </a:lnTo>
                  <a:cubicBezTo>
                    <a:pt x="9118" y="171992"/>
                    <a:pt x="0" y="162874"/>
                    <a:pt x="0" y="151626"/>
                  </a:cubicBezTo>
                  <a:lnTo>
                    <a:pt x="0" y="20366"/>
                  </a:lnTo>
                  <a:cubicBezTo>
                    <a:pt x="0" y="9118"/>
                    <a:pt x="9118" y="0"/>
                    <a:pt x="2036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66675"/>
              <a:ext cx="3003528" cy="238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2574131" y="1974887"/>
            <a:ext cx="7917766" cy="3258378"/>
            <a:chOff x="0" y="-66675"/>
            <a:chExt cx="2085338" cy="858173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2085338" cy="791498"/>
            </a:xfrm>
            <a:custGeom>
              <a:rect b="b" l="l" r="r" t="t"/>
              <a:pathLst>
                <a:path extrusionOk="0" h="791498" w="2085338">
                  <a:moveTo>
                    <a:pt x="49867" y="0"/>
                  </a:moveTo>
                  <a:lnTo>
                    <a:pt x="2035470" y="0"/>
                  </a:lnTo>
                  <a:cubicBezTo>
                    <a:pt x="2063011" y="0"/>
                    <a:pt x="2085338" y="22326"/>
                    <a:pt x="2085338" y="49867"/>
                  </a:cubicBezTo>
                  <a:lnTo>
                    <a:pt x="2085338" y="741631"/>
                  </a:lnTo>
                  <a:cubicBezTo>
                    <a:pt x="2085338" y="754857"/>
                    <a:pt x="2080084" y="767541"/>
                    <a:pt x="2070732" y="776893"/>
                  </a:cubicBezTo>
                  <a:cubicBezTo>
                    <a:pt x="2061380" y="786245"/>
                    <a:pt x="2048696" y="791498"/>
                    <a:pt x="2035470" y="791498"/>
                  </a:cubicBezTo>
                  <a:lnTo>
                    <a:pt x="49867" y="791498"/>
                  </a:lnTo>
                  <a:cubicBezTo>
                    <a:pt x="36642" y="791498"/>
                    <a:pt x="23958" y="786245"/>
                    <a:pt x="14606" y="776893"/>
                  </a:cubicBezTo>
                  <a:cubicBezTo>
                    <a:pt x="5254" y="767541"/>
                    <a:pt x="0" y="754857"/>
                    <a:pt x="0" y="741631"/>
                  </a:cubicBezTo>
                  <a:lnTo>
                    <a:pt x="0" y="49867"/>
                  </a:lnTo>
                  <a:cubicBezTo>
                    <a:pt x="0" y="36642"/>
                    <a:pt x="5254" y="23958"/>
                    <a:pt x="14606" y="14606"/>
                  </a:cubicBezTo>
                  <a:cubicBezTo>
                    <a:pt x="23958" y="5254"/>
                    <a:pt x="36642" y="0"/>
                    <a:pt x="49867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66675"/>
              <a:ext cx="2085338" cy="85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2574131" y="1974887"/>
            <a:ext cx="7917766" cy="3258378"/>
            <a:chOff x="0" y="-66675"/>
            <a:chExt cx="2085338" cy="858173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2085338" cy="791498"/>
            </a:xfrm>
            <a:custGeom>
              <a:rect b="b" l="l" r="r" t="t"/>
              <a:pathLst>
                <a:path extrusionOk="0" h="791498" w="2085338">
                  <a:moveTo>
                    <a:pt x="49867" y="0"/>
                  </a:moveTo>
                  <a:lnTo>
                    <a:pt x="2035470" y="0"/>
                  </a:lnTo>
                  <a:cubicBezTo>
                    <a:pt x="2063011" y="0"/>
                    <a:pt x="2085338" y="22326"/>
                    <a:pt x="2085338" y="49867"/>
                  </a:cubicBezTo>
                  <a:lnTo>
                    <a:pt x="2085338" y="741631"/>
                  </a:lnTo>
                  <a:cubicBezTo>
                    <a:pt x="2085338" y="754857"/>
                    <a:pt x="2080084" y="767541"/>
                    <a:pt x="2070732" y="776893"/>
                  </a:cubicBezTo>
                  <a:cubicBezTo>
                    <a:pt x="2061380" y="786245"/>
                    <a:pt x="2048696" y="791498"/>
                    <a:pt x="2035470" y="791498"/>
                  </a:cubicBezTo>
                  <a:lnTo>
                    <a:pt x="49867" y="791498"/>
                  </a:lnTo>
                  <a:cubicBezTo>
                    <a:pt x="36642" y="791498"/>
                    <a:pt x="23958" y="786245"/>
                    <a:pt x="14606" y="776893"/>
                  </a:cubicBezTo>
                  <a:cubicBezTo>
                    <a:pt x="5254" y="767541"/>
                    <a:pt x="0" y="754857"/>
                    <a:pt x="0" y="741631"/>
                  </a:cubicBezTo>
                  <a:lnTo>
                    <a:pt x="0" y="49867"/>
                  </a:lnTo>
                  <a:cubicBezTo>
                    <a:pt x="0" y="36642"/>
                    <a:pt x="5254" y="23958"/>
                    <a:pt x="14606" y="14606"/>
                  </a:cubicBezTo>
                  <a:cubicBezTo>
                    <a:pt x="23958" y="5254"/>
                    <a:pt x="36642" y="0"/>
                    <a:pt x="498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66675"/>
              <a:ext cx="2085338" cy="85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6"/>
          <p:cNvSpPr/>
          <p:nvPr/>
        </p:nvSpPr>
        <p:spPr>
          <a:xfrm>
            <a:off x="9514123" y="6310767"/>
            <a:ext cx="4559135" cy="1587997"/>
          </a:xfrm>
          <a:custGeom>
            <a:rect b="b" l="l" r="r" t="t"/>
            <a:pathLst>
              <a:path extrusionOk="0" h="1587997" w="4559135">
                <a:moveTo>
                  <a:pt x="0" y="0"/>
                </a:moveTo>
                <a:lnTo>
                  <a:pt x="4559135" y="0"/>
                </a:lnTo>
                <a:lnTo>
                  <a:pt x="4559135" y="1587996"/>
                </a:lnTo>
                <a:lnTo>
                  <a:pt x="0" y="1587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05" l="-35862" r="0" t="0"/>
            </a:stretch>
          </a:blipFill>
          <a:ln>
            <a:noFill/>
          </a:ln>
        </p:spPr>
      </p:sp>
      <p:sp>
        <p:nvSpPr>
          <p:cNvPr id="210" name="Google Shape;210;p6"/>
          <p:cNvSpPr txBox="1"/>
          <p:nvPr/>
        </p:nvSpPr>
        <p:spPr>
          <a:xfrm>
            <a:off x="1598492" y="652641"/>
            <a:ext cx="10829219" cy="607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Los botones de la esquina superior, del lado derecho.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3378465" y="2757967"/>
            <a:ext cx="6542487" cy="1538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8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Sirven para cambiar la presentación de la cinta de opciones, minimizar, maximmizar y cerrar la aplicación 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217" name="Google Shape;217;p7"/>
          <p:cNvGrpSpPr/>
          <p:nvPr/>
        </p:nvGrpSpPr>
        <p:grpSpPr>
          <a:xfrm>
            <a:off x="-702533" y="-1123614"/>
            <a:ext cx="18916353" cy="11410614"/>
            <a:chOff x="0" y="-57150"/>
            <a:chExt cx="4982085" cy="3005265"/>
          </a:xfrm>
        </p:grpSpPr>
        <p:sp>
          <p:nvSpPr>
            <p:cNvPr id="218" name="Google Shape;218;p7"/>
            <p:cNvSpPr/>
            <p:nvPr/>
          </p:nvSpPr>
          <p:spPr>
            <a:xfrm>
              <a:off x="0" y="0"/>
              <a:ext cx="4982085" cy="2948115"/>
            </a:xfrm>
            <a:custGeom>
              <a:rect b="b" l="l" r="r" t="t"/>
              <a:pathLst>
                <a:path extrusionOk="0" h="2948115" w="4982085">
                  <a:moveTo>
                    <a:pt x="0" y="0"/>
                  </a:moveTo>
                  <a:lnTo>
                    <a:pt x="4982085" y="0"/>
                  </a:lnTo>
                  <a:lnTo>
                    <a:pt x="4982085" y="2948115"/>
                  </a:lnTo>
                  <a:lnTo>
                    <a:pt x="0" y="2948115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219" name="Google Shape;219;p7"/>
            <p:cNvSpPr txBox="1"/>
            <p:nvPr/>
          </p:nvSpPr>
          <p:spPr>
            <a:xfrm>
              <a:off x="0" y="-57150"/>
              <a:ext cx="4982085" cy="3005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7"/>
          <p:cNvSpPr/>
          <p:nvPr/>
        </p:nvSpPr>
        <p:spPr>
          <a:xfrm>
            <a:off x="692296" y="692296"/>
            <a:ext cx="672808" cy="672808"/>
          </a:xfrm>
          <a:custGeom>
            <a:rect b="b" l="l" r="r" t="t"/>
            <a:pathLst>
              <a:path extrusionOk="0" h="672808" w="672808">
                <a:moveTo>
                  <a:pt x="0" y="0"/>
                </a:moveTo>
                <a:lnTo>
                  <a:pt x="672808" y="0"/>
                </a:lnTo>
                <a:lnTo>
                  <a:pt x="672808" y="672808"/>
                </a:lnTo>
                <a:lnTo>
                  <a:pt x="0" y="672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1" name="Google Shape;221;p7"/>
          <p:cNvGrpSpPr/>
          <p:nvPr/>
        </p:nvGrpSpPr>
        <p:grpSpPr>
          <a:xfrm>
            <a:off x="1365104" y="458914"/>
            <a:ext cx="11404020" cy="906190"/>
            <a:chOff x="0" y="-66675"/>
            <a:chExt cx="3003528" cy="238667"/>
          </a:xfrm>
        </p:grpSpPr>
        <p:sp>
          <p:nvSpPr>
            <p:cNvPr id="222" name="Google Shape;222;p7"/>
            <p:cNvSpPr/>
            <p:nvPr/>
          </p:nvSpPr>
          <p:spPr>
            <a:xfrm>
              <a:off x="0" y="0"/>
              <a:ext cx="3003528" cy="171992"/>
            </a:xfrm>
            <a:custGeom>
              <a:rect b="b" l="l" r="r" t="t"/>
              <a:pathLst>
                <a:path extrusionOk="0" h="171992" w="3003528">
                  <a:moveTo>
                    <a:pt x="20366" y="0"/>
                  </a:moveTo>
                  <a:lnTo>
                    <a:pt x="2983162" y="0"/>
                  </a:lnTo>
                  <a:cubicBezTo>
                    <a:pt x="2994410" y="0"/>
                    <a:pt x="3003528" y="9118"/>
                    <a:pt x="3003528" y="20366"/>
                  </a:cubicBezTo>
                  <a:lnTo>
                    <a:pt x="3003528" y="151626"/>
                  </a:lnTo>
                  <a:cubicBezTo>
                    <a:pt x="3003528" y="162874"/>
                    <a:pt x="2994410" y="171992"/>
                    <a:pt x="2983162" y="171992"/>
                  </a:cubicBezTo>
                  <a:lnTo>
                    <a:pt x="20366" y="171992"/>
                  </a:lnTo>
                  <a:cubicBezTo>
                    <a:pt x="9118" y="171992"/>
                    <a:pt x="0" y="162874"/>
                    <a:pt x="0" y="151626"/>
                  </a:cubicBezTo>
                  <a:lnTo>
                    <a:pt x="0" y="20366"/>
                  </a:lnTo>
                  <a:cubicBezTo>
                    <a:pt x="0" y="9118"/>
                    <a:pt x="9118" y="0"/>
                    <a:pt x="2036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0" y="-66675"/>
              <a:ext cx="3003528" cy="238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7"/>
          <p:cNvGrpSpPr/>
          <p:nvPr/>
        </p:nvGrpSpPr>
        <p:grpSpPr>
          <a:xfrm>
            <a:off x="3191061" y="2463156"/>
            <a:ext cx="8231943" cy="3779013"/>
            <a:chOff x="0" y="-66675"/>
            <a:chExt cx="2168084" cy="995295"/>
          </a:xfrm>
        </p:grpSpPr>
        <p:sp>
          <p:nvSpPr>
            <p:cNvPr id="225" name="Google Shape;225;p7"/>
            <p:cNvSpPr/>
            <p:nvPr/>
          </p:nvSpPr>
          <p:spPr>
            <a:xfrm>
              <a:off x="0" y="0"/>
              <a:ext cx="2168084" cy="928620"/>
            </a:xfrm>
            <a:custGeom>
              <a:rect b="b" l="l" r="r" t="t"/>
              <a:pathLst>
                <a:path extrusionOk="0" h="928620" w="2168084">
                  <a:moveTo>
                    <a:pt x="47964" y="0"/>
                  </a:moveTo>
                  <a:lnTo>
                    <a:pt x="2120120" y="0"/>
                  </a:lnTo>
                  <a:cubicBezTo>
                    <a:pt x="2146609" y="0"/>
                    <a:pt x="2168084" y="21474"/>
                    <a:pt x="2168084" y="47964"/>
                  </a:cubicBezTo>
                  <a:lnTo>
                    <a:pt x="2168084" y="880656"/>
                  </a:lnTo>
                  <a:cubicBezTo>
                    <a:pt x="2168084" y="907146"/>
                    <a:pt x="2146609" y="928620"/>
                    <a:pt x="2120120" y="928620"/>
                  </a:cubicBezTo>
                  <a:lnTo>
                    <a:pt x="47964" y="928620"/>
                  </a:lnTo>
                  <a:cubicBezTo>
                    <a:pt x="21474" y="928620"/>
                    <a:pt x="0" y="907146"/>
                    <a:pt x="0" y="880656"/>
                  </a:cubicBezTo>
                  <a:lnTo>
                    <a:pt x="0" y="47964"/>
                  </a:lnTo>
                  <a:cubicBezTo>
                    <a:pt x="0" y="21474"/>
                    <a:pt x="21474" y="0"/>
                    <a:pt x="47964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0" y="-66675"/>
              <a:ext cx="2168084" cy="995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7"/>
          <p:cNvGrpSpPr/>
          <p:nvPr/>
        </p:nvGrpSpPr>
        <p:grpSpPr>
          <a:xfrm>
            <a:off x="2588623" y="1840240"/>
            <a:ext cx="8285802" cy="3832872"/>
            <a:chOff x="0" y="-66675"/>
            <a:chExt cx="2182269" cy="1009481"/>
          </a:xfrm>
        </p:grpSpPr>
        <p:sp>
          <p:nvSpPr>
            <p:cNvPr id="228" name="Google Shape;228;p7"/>
            <p:cNvSpPr/>
            <p:nvPr/>
          </p:nvSpPr>
          <p:spPr>
            <a:xfrm>
              <a:off x="0" y="0"/>
              <a:ext cx="2182269" cy="942806"/>
            </a:xfrm>
            <a:custGeom>
              <a:rect b="b" l="l" r="r" t="t"/>
              <a:pathLst>
                <a:path extrusionOk="0" h="942806" w="2182269">
                  <a:moveTo>
                    <a:pt x="47652" y="0"/>
                  </a:moveTo>
                  <a:lnTo>
                    <a:pt x="2134616" y="0"/>
                  </a:lnTo>
                  <a:cubicBezTo>
                    <a:pt x="2147255" y="0"/>
                    <a:pt x="2159375" y="5021"/>
                    <a:pt x="2168312" y="13957"/>
                  </a:cubicBezTo>
                  <a:cubicBezTo>
                    <a:pt x="2177248" y="22894"/>
                    <a:pt x="2182269" y="35014"/>
                    <a:pt x="2182269" y="47652"/>
                  </a:cubicBezTo>
                  <a:lnTo>
                    <a:pt x="2182269" y="895153"/>
                  </a:lnTo>
                  <a:cubicBezTo>
                    <a:pt x="2182269" y="907791"/>
                    <a:pt x="2177248" y="919912"/>
                    <a:pt x="2168312" y="928848"/>
                  </a:cubicBezTo>
                  <a:cubicBezTo>
                    <a:pt x="2159375" y="937785"/>
                    <a:pt x="2147255" y="942806"/>
                    <a:pt x="2134616" y="942806"/>
                  </a:cubicBezTo>
                  <a:lnTo>
                    <a:pt x="47652" y="942806"/>
                  </a:lnTo>
                  <a:cubicBezTo>
                    <a:pt x="35014" y="942806"/>
                    <a:pt x="22894" y="937785"/>
                    <a:pt x="13957" y="928848"/>
                  </a:cubicBezTo>
                  <a:cubicBezTo>
                    <a:pt x="5021" y="919912"/>
                    <a:pt x="0" y="907791"/>
                    <a:pt x="0" y="895153"/>
                  </a:cubicBezTo>
                  <a:lnTo>
                    <a:pt x="0" y="47652"/>
                  </a:lnTo>
                  <a:cubicBezTo>
                    <a:pt x="0" y="35014"/>
                    <a:pt x="5021" y="22894"/>
                    <a:pt x="13957" y="13957"/>
                  </a:cubicBezTo>
                  <a:cubicBezTo>
                    <a:pt x="22894" y="5021"/>
                    <a:pt x="35014" y="0"/>
                    <a:pt x="476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 txBox="1"/>
            <p:nvPr/>
          </p:nvSpPr>
          <p:spPr>
            <a:xfrm>
              <a:off x="0" y="-66675"/>
              <a:ext cx="2182269" cy="1009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7"/>
          <p:cNvSpPr txBox="1"/>
          <p:nvPr/>
        </p:nvSpPr>
        <p:spPr>
          <a:xfrm>
            <a:off x="1598492" y="652641"/>
            <a:ext cx="10829219" cy="607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Las barras de desplazamiento.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3064288" y="2827385"/>
            <a:ext cx="7503466" cy="2064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Permiten la visualización del contenido que no cabe en la ventana. Hay una para desplazar el documento de forma vertical y otra de forma horizontal.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237" name="Google Shape;237;p8"/>
          <p:cNvGrpSpPr/>
          <p:nvPr/>
        </p:nvGrpSpPr>
        <p:grpSpPr>
          <a:xfrm>
            <a:off x="-702533" y="-1123614"/>
            <a:ext cx="18916353" cy="11410614"/>
            <a:chOff x="0" y="-57150"/>
            <a:chExt cx="4982085" cy="3005265"/>
          </a:xfrm>
        </p:grpSpPr>
        <p:sp>
          <p:nvSpPr>
            <p:cNvPr id="238" name="Google Shape;238;p8"/>
            <p:cNvSpPr/>
            <p:nvPr/>
          </p:nvSpPr>
          <p:spPr>
            <a:xfrm>
              <a:off x="0" y="0"/>
              <a:ext cx="4982085" cy="2948115"/>
            </a:xfrm>
            <a:custGeom>
              <a:rect b="b" l="l" r="r" t="t"/>
              <a:pathLst>
                <a:path extrusionOk="0" h="2948115" w="4982085">
                  <a:moveTo>
                    <a:pt x="0" y="0"/>
                  </a:moveTo>
                  <a:lnTo>
                    <a:pt x="4982085" y="0"/>
                  </a:lnTo>
                  <a:lnTo>
                    <a:pt x="4982085" y="2948115"/>
                  </a:lnTo>
                  <a:lnTo>
                    <a:pt x="0" y="2948115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239" name="Google Shape;239;p8"/>
            <p:cNvSpPr txBox="1"/>
            <p:nvPr/>
          </p:nvSpPr>
          <p:spPr>
            <a:xfrm>
              <a:off x="0" y="-57150"/>
              <a:ext cx="4982085" cy="3005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8"/>
          <p:cNvSpPr/>
          <p:nvPr/>
        </p:nvSpPr>
        <p:spPr>
          <a:xfrm>
            <a:off x="692296" y="692296"/>
            <a:ext cx="672808" cy="672808"/>
          </a:xfrm>
          <a:custGeom>
            <a:rect b="b" l="l" r="r" t="t"/>
            <a:pathLst>
              <a:path extrusionOk="0" h="672808" w="672808">
                <a:moveTo>
                  <a:pt x="0" y="0"/>
                </a:moveTo>
                <a:lnTo>
                  <a:pt x="672808" y="0"/>
                </a:lnTo>
                <a:lnTo>
                  <a:pt x="672808" y="672808"/>
                </a:lnTo>
                <a:lnTo>
                  <a:pt x="0" y="672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1" name="Google Shape;241;p8"/>
          <p:cNvGrpSpPr/>
          <p:nvPr/>
        </p:nvGrpSpPr>
        <p:grpSpPr>
          <a:xfrm>
            <a:off x="1365104" y="458914"/>
            <a:ext cx="11404020" cy="906190"/>
            <a:chOff x="0" y="-66675"/>
            <a:chExt cx="3003528" cy="238667"/>
          </a:xfrm>
        </p:grpSpPr>
        <p:sp>
          <p:nvSpPr>
            <p:cNvPr id="242" name="Google Shape;242;p8"/>
            <p:cNvSpPr/>
            <p:nvPr/>
          </p:nvSpPr>
          <p:spPr>
            <a:xfrm>
              <a:off x="0" y="0"/>
              <a:ext cx="3003528" cy="171992"/>
            </a:xfrm>
            <a:custGeom>
              <a:rect b="b" l="l" r="r" t="t"/>
              <a:pathLst>
                <a:path extrusionOk="0" h="171992" w="3003528">
                  <a:moveTo>
                    <a:pt x="20366" y="0"/>
                  </a:moveTo>
                  <a:lnTo>
                    <a:pt x="2983162" y="0"/>
                  </a:lnTo>
                  <a:cubicBezTo>
                    <a:pt x="2994410" y="0"/>
                    <a:pt x="3003528" y="9118"/>
                    <a:pt x="3003528" y="20366"/>
                  </a:cubicBezTo>
                  <a:lnTo>
                    <a:pt x="3003528" y="151626"/>
                  </a:lnTo>
                  <a:cubicBezTo>
                    <a:pt x="3003528" y="162874"/>
                    <a:pt x="2994410" y="171992"/>
                    <a:pt x="2983162" y="171992"/>
                  </a:cubicBezTo>
                  <a:lnTo>
                    <a:pt x="20366" y="171992"/>
                  </a:lnTo>
                  <a:cubicBezTo>
                    <a:pt x="9118" y="171992"/>
                    <a:pt x="0" y="162874"/>
                    <a:pt x="0" y="151626"/>
                  </a:cubicBezTo>
                  <a:lnTo>
                    <a:pt x="0" y="20366"/>
                  </a:lnTo>
                  <a:cubicBezTo>
                    <a:pt x="0" y="9118"/>
                    <a:pt x="9118" y="0"/>
                    <a:pt x="2036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0" y="-66675"/>
              <a:ext cx="3003528" cy="238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8"/>
          <p:cNvGrpSpPr/>
          <p:nvPr/>
        </p:nvGrpSpPr>
        <p:grpSpPr>
          <a:xfrm>
            <a:off x="7517719" y="2104098"/>
            <a:ext cx="8231943" cy="3779013"/>
            <a:chOff x="0" y="-66675"/>
            <a:chExt cx="2168084" cy="995295"/>
          </a:xfrm>
        </p:grpSpPr>
        <p:sp>
          <p:nvSpPr>
            <p:cNvPr id="245" name="Google Shape;245;p8"/>
            <p:cNvSpPr/>
            <p:nvPr/>
          </p:nvSpPr>
          <p:spPr>
            <a:xfrm>
              <a:off x="0" y="0"/>
              <a:ext cx="2168084" cy="928620"/>
            </a:xfrm>
            <a:custGeom>
              <a:rect b="b" l="l" r="r" t="t"/>
              <a:pathLst>
                <a:path extrusionOk="0" h="928620" w="2168084">
                  <a:moveTo>
                    <a:pt x="47964" y="0"/>
                  </a:moveTo>
                  <a:lnTo>
                    <a:pt x="2120120" y="0"/>
                  </a:lnTo>
                  <a:cubicBezTo>
                    <a:pt x="2146609" y="0"/>
                    <a:pt x="2168084" y="21474"/>
                    <a:pt x="2168084" y="47964"/>
                  </a:cubicBezTo>
                  <a:lnTo>
                    <a:pt x="2168084" y="880656"/>
                  </a:lnTo>
                  <a:cubicBezTo>
                    <a:pt x="2168084" y="907146"/>
                    <a:pt x="2146609" y="928620"/>
                    <a:pt x="2120120" y="928620"/>
                  </a:cubicBezTo>
                  <a:lnTo>
                    <a:pt x="47964" y="928620"/>
                  </a:lnTo>
                  <a:cubicBezTo>
                    <a:pt x="21474" y="928620"/>
                    <a:pt x="0" y="907146"/>
                    <a:pt x="0" y="880656"/>
                  </a:cubicBezTo>
                  <a:lnTo>
                    <a:pt x="0" y="47964"/>
                  </a:lnTo>
                  <a:cubicBezTo>
                    <a:pt x="0" y="21474"/>
                    <a:pt x="21474" y="0"/>
                    <a:pt x="47964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0" y="-66675"/>
              <a:ext cx="2168084" cy="995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8"/>
          <p:cNvGrpSpPr/>
          <p:nvPr/>
        </p:nvGrpSpPr>
        <p:grpSpPr>
          <a:xfrm>
            <a:off x="7490790" y="2050239"/>
            <a:ext cx="8285802" cy="3832872"/>
            <a:chOff x="0" y="-66675"/>
            <a:chExt cx="2182269" cy="1009481"/>
          </a:xfrm>
        </p:grpSpPr>
        <p:sp>
          <p:nvSpPr>
            <p:cNvPr id="248" name="Google Shape;248;p8"/>
            <p:cNvSpPr/>
            <p:nvPr/>
          </p:nvSpPr>
          <p:spPr>
            <a:xfrm>
              <a:off x="0" y="0"/>
              <a:ext cx="2182269" cy="942806"/>
            </a:xfrm>
            <a:custGeom>
              <a:rect b="b" l="l" r="r" t="t"/>
              <a:pathLst>
                <a:path extrusionOk="0" h="942806" w="2182269">
                  <a:moveTo>
                    <a:pt x="47652" y="0"/>
                  </a:moveTo>
                  <a:lnTo>
                    <a:pt x="2134616" y="0"/>
                  </a:lnTo>
                  <a:cubicBezTo>
                    <a:pt x="2147255" y="0"/>
                    <a:pt x="2159375" y="5021"/>
                    <a:pt x="2168312" y="13957"/>
                  </a:cubicBezTo>
                  <a:cubicBezTo>
                    <a:pt x="2177248" y="22894"/>
                    <a:pt x="2182269" y="35014"/>
                    <a:pt x="2182269" y="47652"/>
                  </a:cubicBezTo>
                  <a:lnTo>
                    <a:pt x="2182269" y="895153"/>
                  </a:lnTo>
                  <a:cubicBezTo>
                    <a:pt x="2182269" y="907791"/>
                    <a:pt x="2177248" y="919912"/>
                    <a:pt x="2168312" y="928848"/>
                  </a:cubicBezTo>
                  <a:cubicBezTo>
                    <a:pt x="2159375" y="937785"/>
                    <a:pt x="2147255" y="942806"/>
                    <a:pt x="2134616" y="942806"/>
                  </a:cubicBezTo>
                  <a:lnTo>
                    <a:pt x="47652" y="942806"/>
                  </a:lnTo>
                  <a:cubicBezTo>
                    <a:pt x="35014" y="942806"/>
                    <a:pt x="22894" y="937785"/>
                    <a:pt x="13957" y="928848"/>
                  </a:cubicBezTo>
                  <a:cubicBezTo>
                    <a:pt x="5021" y="919912"/>
                    <a:pt x="0" y="907791"/>
                    <a:pt x="0" y="895153"/>
                  </a:cubicBezTo>
                  <a:lnTo>
                    <a:pt x="0" y="47652"/>
                  </a:lnTo>
                  <a:cubicBezTo>
                    <a:pt x="0" y="35014"/>
                    <a:pt x="5021" y="22894"/>
                    <a:pt x="13957" y="13957"/>
                  </a:cubicBezTo>
                  <a:cubicBezTo>
                    <a:pt x="22894" y="5021"/>
                    <a:pt x="35014" y="0"/>
                    <a:pt x="476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0" y="-66675"/>
              <a:ext cx="2182269" cy="1009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8"/>
          <p:cNvSpPr/>
          <p:nvPr/>
        </p:nvSpPr>
        <p:spPr>
          <a:xfrm>
            <a:off x="5177692" y="7114721"/>
            <a:ext cx="8701513" cy="1730688"/>
          </a:xfrm>
          <a:custGeom>
            <a:rect b="b" l="l" r="r" t="t"/>
            <a:pathLst>
              <a:path extrusionOk="0" h="1730688" w="8701513">
                <a:moveTo>
                  <a:pt x="0" y="0"/>
                </a:moveTo>
                <a:lnTo>
                  <a:pt x="8701513" y="0"/>
                </a:lnTo>
                <a:lnTo>
                  <a:pt x="8701513" y="1730687"/>
                </a:lnTo>
                <a:lnTo>
                  <a:pt x="0" y="1730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8"/>
          <p:cNvSpPr txBox="1"/>
          <p:nvPr/>
        </p:nvSpPr>
        <p:spPr>
          <a:xfrm>
            <a:off x="1505420" y="663215"/>
            <a:ext cx="10829219" cy="607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 El zoom.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7876613" y="2626075"/>
            <a:ext cx="7503466" cy="2064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modificar el zoom, podremos alejar o acarcar el punto de vista paraapreciar mejor los detalles o ver una vista general del resualtado.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258" name="Google Shape;258;p9"/>
          <p:cNvGrpSpPr/>
          <p:nvPr/>
        </p:nvGrpSpPr>
        <p:grpSpPr>
          <a:xfrm>
            <a:off x="-702533" y="-1123614"/>
            <a:ext cx="18916353" cy="11410614"/>
            <a:chOff x="0" y="-57150"/>
            <a:chExt cx="4982085" cy="3005265"/>
          </a:xfrm>
        </p:grpSpPr>
        <p:sp>
          <p:nvSpPr>
            <p:cNvPr id="259" name="Google Shape;259;p9"/>
            <p:cNvSpPr/>
            <p:nvPr/>
          </p:nvSpPr>
          <p:spPr>
            <a:xfrm>
              <a:off x="0" y="0"/>
              <a:ext cx="4982085" cy="2948115"/>
            </a:xfrm>
            <a:custGeom>
              <a:rect b="b" l="l" r="r" t="t"/>
              <a:pathLst>
                <a:path extrusionOk="0" h="2948115" w="4982085">
                  <a:moveTo>
                    <a:pt x="0" y="0"/>
                  </a:moveTo>
                  <a:lnTo>
                    <a:pt x="4982085" y="0"/>
                  </a:lnTo>
                  <a:lnTo>
                    <a:pt x="4982085" y="2948115"/>
                  </a:lnTo>
                  <a:lnTo>
                    <a:pt x="0" y="2948115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260" name="Google Shape;260;p9"/>
            <p:cNvSpPr txBox="1"/>
            <p:nvPr/>
          </p:nvSpPr>
          <p:spPr>
            <a:xfrm>
              <a:off x="0" y="-57150"/>
              <a:ext cx="4982085" cy="3005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9"/>
          <p:cNvSpPr/>
          <p:nvPr/>
        </p:nvSpPr>
        <p:spPr>
          <a:xfrm>
            <a:off x="692296" y="692296"/>
            <a:ext cx="672808" cy="672808"/>
          </a:xfrm>
          <a:custGeom>
            <a:rect b="b" l="l" r="r" t="t"/>
            <a:pathLst>
              <a:path extrusionOk="0" h="672808" w="672808">
                <a:moveTo>
                  <a:pt x="0" y="0"/>
                </a:moveTo>
                <a:lnTo>
                  <a:pt x="672808" y="0"/>
                </a:lnTo>
                <a:lnTo>
                  <a:pt x="672808" y="672808"/>
                </a:lnTo>
                <a:lnTo>
                  <a:pt x="0" y="672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2" name="Google Shape;262;p9"/>
          <p:cNvGrpSpPr/>
          <p:nvPr/>
        </p:nvGrpSpPr>
        <p:grpSpPr>
          <a:xfrm>
            <a:off x="1365104" y="458914"/>
            <a:ext cx="11404020" cy="906190"/>
            <a:chOff x="0" y="-66675"/>
            <a:chExt cx="3003528" cy="238667"/>
          </a:xfrm>
        </p:grpSpPr>
        <p:sp>
          <p:nvSpPr>
            <p:cNvPr id="263" name="Google Shape;263;p9"/>
            <p:cNvSpPr/>
            <p:nvPr/>
          </p:nvSpPr>
          <p:spPr>
            <a:xfrm>
              <a:off x="0" y="0"/>
              <a:ext cx="3003528" cy="171992"/>
            </a:xfrm>
            <a:custGeom>
              <a:rect b="b" l="l" r="r" t="t"/>
              <a:pathLst>
                <a:path extrusionOk="0" h="171992" w="3003528">
                  <a:moveTo>
                    <a:pt x="20366" y="0"/>
                  </a:moveTo>
                  <a:lnTo>
                    <a:pt x="2983162" y="0"/>
                  </a:lnTo>
                  <a:cubicBezTo>
                    <a:pt x="2994410" y="0"/>
                    <a:pt x="3003528" y="9118"/>
                    <a:pt x="3003528" y="20366"/>
                  </a:cubicBezTo>
                  <a:lnTo>
                    <a:pt x="3003528" y="151626"/>
                  </a:lnTo>
                  <a:cubicBezTo>
                    <a:pt x="3003528" y="162874"/>
                    <a:pt x="2994410" y="171992"/>
                    <a:pt x="2983162" y="171992"/>
                  </a:cubicBezTo>
                  <a:lnTo>
                    <a:pt x="20366" y="171992"/>
                  </a:lnTo>
                  <a:cubicBezTo>
                    <a:pt x="9118" y="171992"/>
                    <a:pt x="0" y="162874"/>
                    <a:pt x="0" y="151626"/>
                  </a:cubicBezTo>
                  <a:lnTo>
                    <a:pt x="0" y="20366"/>
                  </a:lnTo>
                  <a:cubicBezTo>
                    <a:pt x="0" y="9118"/>
                    <a:pt x="9118" y="0"/>
                    <a:pt x="2036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9"/>
            <p:cNvSpPr txBox="1"/>
            <p:nvPr/>
          </p:nvSpPr>
          <p:spPr>
            <a:xfrm>
              <a:off x="0" y="-66675"/>
              <a:ext cx="3003528" cy="238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9"/>
          <p:cNvGrpSpPr/>
          <p:nvPr/>
        </p:nvGrpSpPr>
        <p:grpSpPr>
          <a:xfrm>
            <a:off x="7517719" y="2104098"/>
            <a:ext cx="8231943" cy="3779013"/>
            <a:chOff x="0" y="-66675"/>
            <a:chExt cx="2168084" cy="995295"/>
          </a:xfrm>
        </p:grpSpPr>
        <p:sp>
          <p:nvSpPr>
            <p:cNvPr id="266" name="Google Shape;266;p9"/>
            <p:cNvSpPr/>
            <p:nvPr/>
          </p:nvSpPr>
          <p:spPr>
            <a:xfrm>
              <a:off x="0" y="0"/>
              <a:ext cx="2168084" cy="928620"/>
            </a:xfrm>
            <a:custGeom>
              <a:rect b="b" l="l" r="r" t="t"/>
              <a:pathLst>
                <a:path extrusionOk="0" h="928620" w="2168084">
                  <a:moveTo>
                    <a:pt x="47964" y="0"/>
                  </a:moveTo>
                  <a:lnTo>
                    <a:pt x="2120120" y="0"/>
                  </a:lnTo>
                  <a:cubicBezTo>
                    <a:pt x="2146609" y="0"/>
                    <a:pt x="2168084" y="21474"/>
                    <a:pt x="2168084" y="47964"/>
                  </a:cubicBezTo>
                  <a:lnTo>
                    <a:pt x="2168084" y="880656"/>
                  </a:lnTo>
                  <a:cubicBezTo>
                    <a:pt x="2168084" y="907146"/>
                    <a:pt x="2146609" y="928620"/>
                    <a:pt x="2120120" y="928620"/>
                  </a:cubicBezTo>
                  <a:lnTo>
                    <a:pt x="47964" y="928620"/>
                  </a:lnTo>
                  <a:cubicBezTo>
                    <a:pt x="21474" y="928620"/>
                    <a:pt x="0" y="907146"/>
                    <a:pt x="0" y="880656"/>
                  </a:cubicBezTo>
                  <a:lnTo>
                    <a:pt x="0" y="47964"/>
                  </a:lnTo>
                  <a:cubicBezTo>
                    <a:pt x="0" y="21474"/>
                    <a:pt x="21474" y="0"/>
                    <a:pt x="47964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9"/>
            <p:cNvSpPr txBox="1"/>
            <p:nvPr/>
          </p:nvSpPr>
          <p:spPr>
            <a:xfrm>
              <a:off x="0" y="-66675"/>
              <a:ext cx="2168084" cy="995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9"/>
          <p:cNvGrpSpPr/>
          <p:nvPr/>
        </p:nvGrpSpPr>
        <p:grpSpPr>
          <a:xfrm>
            <a:off x="7490790" y="2050239"/>
            <a:ext cx="8285802" cy="3832872"/>
            <a:chOff x="0" y="-66675"/>
            <a:chExt cx="2182269" cy="1009481"/>
          </a:xfrm>
        </p:grpSpPr>
        <p:sp>
          <p:nvSpPr>
            <p:cNvPr id="269" name="Google Shape;269;p9"/>
            <p:cNvSpPr/>
            <p:nvPr/>
          </p:nvSpPr>
          <p:spPr>
            <a:xfrm>
              <a:off x="0" y="0"/>
              <a:ext cx="2182269" cy="942806"/>
            </a:xfrm>
            <a:custGeom>
              <a:rect b="b" l="l" r="r" t="t"/>
              <a:pathLst>
                <a:path extrusionOk="0" h="942806" w="2182269">
                  <a:moveTo>
                    <a:pt x="47652" y="0"/>
                  </a:moveTo>
                  <a:lnTo>
                    <a:pt x="2134616" y="0"/>
                  </a:lnTo>
                  <a:cubicBezTo>
                    <a:pt x="2147255" y="0"/>
                    <a:pt x="2159375" y="5021"/>
                    <a:pt x="2168312" y="13957"/>
                  </a:cubicBezTo>
                  <a:cubicBezTo>
                    <a:pt x="2177248" y="22894"/>
                    <a:pt x="2182269" y="35014"/>
                    <a:pt x="2182269" y="47652"/>
                  </a:cubicBezTo>
                  <a:lnTo>
                    <a:pt x="2182269" y="895153"/>
                  </a:lnTo>
                  <a:cubicBezTo>
                    <a:pt x="2182269" y="907791"/>
                    <a:pt x="2177248" y="919912"/>
                    <a:pt x="2168312" y="928848"/>
                  </a:cubicBezTo>
                  <a:cubicBezTo>
                    <a:pt x="2159375" y="937785"/>
                    <a:pt x="2147255" y="942806"/>
                    <a:pt x="2134616" y="942806"/>
                  </a:cubicBezTo>
                  <a:lnTo>
                    <a:pt x="47652" y="942806"/>
                  </a:lnTo>
                  <a:cubicBezTo>
                    <a:pt x="35014" y="942806"/>
                    <a:pt x="22894" y="937785"/>
                    <a:pt x="13957" y="928848"/>
                  </a:cubicBezTo>
                  <a:cubicBezTo>
                    <a:pt x="5021" y="919912"/>
                    <a:pt x="0" y="907791"/>
                    <a:pt x="0" y="895153"/>
                  </a:cubicBezTo>
                  <a:lnTo>
                    <a:pt x="0" y="47652"/>
                  </a:lnTo>
                  <a:cubicBezTo>
                    <a:pt x="0" y="35014"/>
                    <a:pt x="5021" y="22894"/>
                    <a:pt x="13957" y="13957"/>
                  </a:cubicBezTo>
                  <a:cubicBezTo>
                    <a:pt x="22894" y="5021"/>
                    <a:pt x="35014" y="0"/>
                    <a:pt x="476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9"/>
            <p:cNvSpPr txBox="1"/>
            <p:nvPr/>
          </p:nvSpPr>
          <p:spPr>
            <a:xfrm>
              <a:off x="0" y="-66675"/>
              <a:ext cx="2182269" cy="1009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9"/>
          <p:cNvSpPr/>
          <p:nvPr/>
        </p:nvSpPr>
        <p:spPr>
          <a:xfrm>
            <a:off x="2518204" y="7449365"/>
            <a:ext cx="9945171" cy="756200"/>
          </a:xfrm>
          <a:custGeom>
            <a:rect b="b" l="l" r="r" t="t"/>
            <a:pathLst>
              <a:path extrusionOk="0" h="756200" w="9945171">
                <a:moveTo>
                  <a:pt x="0" y="0"/>
                </a:moveTo>
                <a:lnTo>
                  <a:pt x="9945171" y="0"/>
                </a:lnTo>
                <a:lnTo>
                  <a:pt x="9945171" y="756199"/>
                </a:lnTo>
                <a:lnTo>
                  <a:pt x="0" y="756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9"/>
          <p:cNvSpPr txBox="1"/>
          <p:nvPr/>
        </p:nvSpPr>
        <p:spPr>
          <a:xfrm>
            <a:off x="1505420" y="663215"/>
            <a:ext cx="10829219" cy="607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8. Las vistas del documento. </a:t>
            </a:r>
            <a:endParaRPr/>
          </a:p>
        </p:txBody>
      </p:sp>
      <p:sp>
        <p:nvSpPr>
          <p:cNvPr id="273" name="Google Shape;273;p9"/>
          <p:cNvSpPr txBox="1"/>
          <p:nvPr/>
        </p:nvSpPr>
        <p:spPr>
          <a:xfrm>
            <a:off x="7881958" y="2706864"/>
            <a:ext cx="7503466" cy="2578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Definen la forma en la que se visualizará la hoja  del documento, por defecto se suele mostrar en vista de impresión . Esto significa que veremos el formato de la hoja tal cual se imprimirá.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279" name="Google Shape;279;p10"/>
          <p:cNvGrpSpPr/>
          <p:nvPr/>
        </p:nvGrpSpPr>
        <p:grpSpPr>
          <a:xfrm>
            <a:off x="-702533" y="-1123614"/>
            <a:ext cx="18916353" cy="11410614"/>
            <a:chOff x="0" y="-57150"/>
            <a:chExt cx="4982085" cy="3005265"/>
          </a:xfrm>
        </p:grpSpPr>
        <p:sp>
          <p:nvSpPr>
            <p:cNvPr id="280" name="Google Shape;280;p10"/>
            <p:cNvSpPr/>
            <p:nvPr/>
          </p:nvSpPr>
          <p:spPr>
            <a:xfrm>
              <a:off x="0" y="0"/>
              <a:ext cx="4982085" cy="2948115"/>
            </a:xfrm>
            <a:custGeom>
              <a:rect b="b" l="l" r="r" t="t"/>
              <a:pathLst>
                <a:path extrusionOk="0" h="2948115" w="4982085">
                  <a:moveTo>
                    <a:pt x="0" y="0"/>
                  </a:moveTo>
                  <a:lnTo>
                    <a:pt x="4982085" y="0"/>
                  </a:lnTo>
                  <a:lnTo>
                    <a:pt x="4982085" y="2948115"/>
                  </a:lnTo>
                  <a:lnTo>
                    <a:pt x="0" y="2948115"/>
                  </a:lnTo>
                  <a:close/>
                </a:path>
              </a:pathLst>
            </a:custGeom>
            <a:solidFill>
              <a:srgbClr val="090E19">
                <a:alpha val="63921"/>
              </a:srgbClr>
            </a:solidFill>
            <a:ln>
              <a:noFill/>
            </a:ln>
          </p:spPr>
        </p:sp>
        <p:sp>
          <p:nvSpPr>
            <p:cNvPr id="281" name="Google Shape;281;p10"/>
            <p:cNvSpPr txBox="1"/>
            <p:nvPr/>
          </p:nvSpPr>
          <p:spPr>
            <a:xfrm>
              <a:off x="0" y="-57150"/>
              <a:ext cx="4982085" cy="3005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10"/>
          <p:cNvSpPr/>
          <p:nvPr/>
        </p:nvSpPr>
        <p:spPr>
          <a:xfrm>
            <a:off x="692296" y="692296"/>
            <a:ext cx="672808" cy="672808"/>
          </a:xfrm>
          <a:custGeom>
            <a:rect b="b" l="l" r="r" t="t"/>
            <a:pathLst>
              <a:path extrusionOk="0" h="672808" w="672808">
                <a:moveTo>
                  <a:pt x="0" y="0"/>
                </a:moveTo>
                <a:lnTo>
                  <a:pt x="672808" y="0"/>
                </a:lnTo>
                <a:lnTo>
                  <a:pt x="672808" y="672808"/>
                </a:lnTo>
                <a:lnTo>
                  <a:pt x="0" y="672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3" name="Google Shape;283;p10"/>
          <p:cNvGrpSpPr/>
          <p:nvPr/>
        </p:nvGrpSpPr>
        <p:grpSpPr>
          <a:xfrm>
            <a:off x="1365104" y="458914"/>
            <a:ext cx="11404020" cy="906190"/>
            <a:chOff x="0" y="-66675"/>
            <a:chExt cx="3003528" cy="238667"/>
          </a:xfrm>
        </p:grpSpPr>
        <p:sp>
          <p:nvSpPr>
            <p:cNvPr id="284" name="Google Shape;284;p10"/>
            <p:cNvSpPr/>
            <p:nvPr/>
          </p:nvSpPr>
          <p:spPr>
            <a:xfrm>
              <a:off x="0" y="0"/>
              <a:ext cx="3003528" cy="171992"/>
            </a:xfrm>
            <a:custGeom>
              <a:rect b="b" l="l" r="r" t="t"/>
              <a:pathLst>
                <a:path extrusionOk="0" h="171992" w="3003528">
                  <a:moveTo>
                    <a:pt x="20366" y="0"/>
                  </a:moveTo>
                  <a:lnTo>
                    <a:pt x="2983162" y="0"/>
                  </a:lnTo>
                  <a:cubicBezTo>
                    <a:pt x="2994410" y="0"/>
                    <a:pt x="3003528" y="9118"/>
                    <a:pt x="3003528" y="20366"/>
                  </a:cubicBezTo>
                  <a:lnTo>
                    <a:pt x="3003528" y="151626"/>
                  </a:lnTo>
                  <a:cubicBezTo>
                    <a:pt x="3003528" y="162874"/>
                    <a:pt x="2994410" y="171992"/>
                    <a:pt x="2983162" y="171992"/>
                  </a:cubicBezTo>
                  <a:lnTo>
                    <a:pt x="20366" y="171992"/>
                  </a:lnTo>
                  <a:cubicBezTo>
                    <a:pt x="9118" y="171992"/>
                    <a:pt x="0" y="162874"/>
                    <a:pt x="0" y="151626"/>
                  </a:cubicBezTo>
                  <a:lnTo>
                    <a:pt x="0" y="20366"/>
                  </a:lnTo>
                  <a:cubicBezTo>
                    <a:pt x="0" y="9118"/>
                    <a:pt x="9118" y="0"/>
                    <a:pt x="2036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0"/>
            <p:cNvSpPr txBox="1"/>
            <p:nvPr/>
          </p:nvSpPr>
          <p:spPr>
            <a:xfrm>
              <a:off x="0" y="-66675"/>
              <a:ext cx="3003528" cy="238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0"/>
          <p:cNvGrpSpPr/>
          <p:nvPr/>
        </p:nvGrpSpPr>
        <p:grpSpPr>
          <a:xfrm>
            <a:off x="1777501" y="2211815"/>
            <a:ext cx="8231943" cy="3779013"/>
            <a:chOff x="0" y="-66675"/>
            <a:chExt cx="2168084" cy="995295"/>
          </a:xfrm>
        </p:grpSpPr>
        <p:sp>
          <p:nvSpPr>
            <p:cNvPr id="287" name="Google Shape;287;p10"/>
            <p:cNvSpPr/>
            <p:nvPr/>
          </p:nvSpPr>
          <p:spPr>
            <a:xfrm>
              <a:off x="0" y="0"/>
              <a:ext cx="2168084" cy="928620"/>
            </a:xfrm>
            <a:custGeom>
              <a:rect b="b" l="l" r="r" t="t"/>
              <a:pathLst>
                <a:path extrusionOk="0" h="928620" w="2168084">
                  <a:moveTo>
                    <a:pt x="47964" y="0"/>
                  </a:moveTo>
                  <a:lnTo>
                    <a:pt x="2120120" y="0"/>
                  </a:lnTo>
                  <a:cubicBezTo>
                    <a:pt x="2146609" y="0"/>
                    <a:pt x="2168084" y="21474"/>
                    <a:pt x="2168084" y="47964"/>
                  </a:cubicBezTo>
                  <a:lnTo>
                    <a:pt x="2168084" y="880656"/>
                  </a:lnTo>
                  <a:cubicBezTo>
                    <a:pt x="2168084" y="907146"/>
                    <a:pt x="2146609" y="928620"/>
                    <a:pt x="2120120" y="928620"/>
                  </a:cubicBezTo>
                  <a:lnTo>
                    <a:pt x="47964" y="928620"/>
                  </a:lnTo>
                  <a:cubicBezTo>
                    <a:pt x="21474" y="928620"/>
                    <a:pt x="0" y="907146"/>
                    <a:pt x="0" y="880656"/>
                  </a:cubicBezTo>
                  <a:lnTo>
                    <a:pt x="0" y="47964"/>
                  </a:lnTo>
                  <a:cubicBezTo>
                    <a:pt x="0" y="21474"/>
                    <a:pt x="21474" y="0"/>
                    <a:pt x="47964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0"/>
            <p:cNvSpPr txBox="1"/>
            <p:nvPr/>
          </p:nvSpPr>
          <p:spPr>
            <a:xfrm>
              <a:off x="0" y="-66675"/>
              <a:ext cx="2168084" cy="995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10"/>
          <p:cNvGrpSpPr/>
          <p:nvPr/>
        </p:nvGrpSpPr>
        <p:grpSpPr>
          <a:xfrm>
            <a:off x="1723643" y="2211815"/>
            <a:ext cx="8285802" cy="3832872"/>
            <a:chOff x="0" y="-66675"/>
            <a:chExt cx="2182269" cy="1009481"/>
          </a:xfrm>
        </p:grpSpPr>
        <p:sp>
          <p:nvSpPr>
            <p:cNvPr id="290" name="Google Shape;290;p10"/>
            <p:cNvSpPr/>
            <p:nvPr/>
          </p:nvSpPr>
          <p:spPr>
            <a:xfrm>
              <a:off x="0" y="0"/>
              <a:ext cx="2182269" cy="942806"/>
            </a:xfrm>
            <a:custGeom>
              <a:rect b="b" l="l" r="r" t="t"/>
              <a:pathLst>
                <a:path extrusionOk="0" h="942806" w="2182269">
                  <a:moveTo>
                    <a:pt x="47652" y="0"/>
                  </a:moveTo>
                  <a:lnTo>
                    <a:pt x="2134616" y="0"/>
                  </a:lnTo>
                  <a:cubicBezTo>
                    <a:pt x="2147255" y="0"/>
                    <a:pt x="2159375" y="5021"/>
                    <a:pt x="2168312" y="13957"/>
                  </a:cubicBezTo>
                  <a:cubicBezTo>
                    <a:pt x="2177248" y="22894"/>
                    <a:pt x="2182269" y="35014"/>
                    <a:pt x="2182269" y="47652"/>
                  </a:cubicBezTo>
                  <a:lnTo>
                    <a:pt x="2182269" y="895153"/>
                  </a:lnTo>
                  <a:cubicBezTo>
                    <a:pt x="2182269" y="907791"/>
                    <a:pt x="2177248" y="919912"/>
                    <a:pt x="2168312" y="928848"/>
                  </a:cubicBezTo>
                  <a:cubicBezTo>
                    <a:pt x="2159375" y="937785"/>
                    <a:pt x="2147255" y="942806"/>
                    <a:pt x="2134616" y="942806"/>
                  </a:cubicBezTo>
                  <a:lnTo>
                    <a:pt x="47652" y="942806"/>
                  </a:lnTo>
                  <a:cubicBezTo>
                    <a:pt x="35014" y="942806"/>
                    <a:pt x="22894" y="937785"/>
                    <a:pt x="13957" y="928848"/>
                  </a:cubicBezTo>
                  <a:cubicBezTo>
                    <a:pt x="5021" y="919912"/>
                    <a:pt x="0" y="907791"/>
                    <a:pt x="0" y="895153"/>
                  </a:cubicBezTo>
                  <a:lnTo>
                    <a:pt x="0" y="47652"/>
                  </a:lnTo>
                  <a:cubicBezTo>
                    <a:pt x="0" y="35014"/>
                    <a:pt x="5021" y="22894"/>
                    <a:pt x="13957" y="13957"/>
                  </a:cubicBezTo>
                  <a:cubicBezTo>
                    <a:pt x="22894" y="5021"/>
                    <a:pt x="35014" y="0"/>
                    <a:pt x="476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4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 txBox="1"/>
            <p:nvPr/>
          </p:nvSpPr>
          <p:spPr>
            <a:xfrm>
              <a:off x="0" y="-66675"/>
              <a:ext cx="2182269" cy="1009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10"/>
          <p:cNvSpPr/>
          <p:nvPr/>
        </p:nvSpPr>
        <p:spPr>
          <a:xfrm>
            <a:off x="3974210" y="7819786"/>
            <a:ext cx="10914075" cy="1038675"/>
          </a:xfrm>
          <a:custGeom>
            <a:rect b="b" l="l" r="r" t="t"/>
            <a:pathLst>
              <a:path extrusionOk="0" h="1038675" w="10914075">
                <a:moveTo>
                  <a:pt x="0" y="0"/>
                </a:moveTo>
                <a:lnTo>
                  <a:pt x="10914074" y="0"/>
                </a:lnTo>
                <a:lnTo>
                  <a:pt x="10914074" y="1038675"/>
                </a:lnTo>
                <a:lnTo>
                  <a:pt x="0" y="1038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10"/>
          <p:cNvSpPr txBox="1"/>
          <p:nvPr/>
        </p:nvSpPr>
        <p:spPr>
          <a:xfrm>
            <a:off x="1505420" y="663215"/>
            <a:ext cx="10829219" cy="607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9. La barra de estado. </a:t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2114810" y="2657908"/>
            <a:ext cx="7503466" cy="309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Muestra información del estado del documento, como el número de páginas y palabras, o el idioma en que se está redactando. Podremos modificar esta información si hacemos clic sobre ella, ya que, realmente, son botones.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12800" w="1444978">
                <a:moveTo>
                  <a:pt x="0" y="0"/>
                </a:moveTo>
                <a:lnTo>
                  <a:pt x="1444978" y="0"/>
                </a:lnTo>
                <a:lnTo>
                  <a:pt x="1444978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16" r="-3315" t="0"/>
            </a:stretch>
          </a:blipFill>
          <a:ln>
            <a:noFill/>
          </a:ln>
        </p:spPr>
      </p:sp>
      <p:grpSp>
        <p:nvGrpSpPr>
          <p:cNvPr id="300" name="Google Shape;300;p11"/>
          <p:cNvGrpSpPr/>
          <p:nvPr/>
        </p:nvGrpSpPr>
        <p:grpSpPr>
          <a:xfrm>
            <a:off x="0" y="-216991"/>
            <a:ext cx="18288000" cy="10503991"/>
            <a:chOff x="0" y="-57150"/>
            <a:chExt cx="4816593" cy="2766483"/>
          </a:xfrm>
        </p:grpSpPr>
        <p:sp>
          <p:nvSpPr>
            <p:cNvPr id="301" name="Google Shape;301;p11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11076D">
                    <a:alpha val="63921"/>
                  </a:srgbClr>
                </a:gs>
                <a:gs pos="100000">
                  <a:srgbClr val="144357">
                    <a:alpha val="63921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</p:sp>
        <p:sp>
          <p:nvSpPr>
            <p:cNvPr id="302" name="Google Shape;302;p11"/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11"/>
          <p:cNvSpPr/>
          <p:nvPr/>
        </p:nvSpPr>
        <p:spPr>
          <a:xfrm>
            <a:off x="692296" y="692296"/>
            <a:ext cx="672808" cy="672808"/>
          </a:xfrm>
          <a:custGeom>
            <a:rect b="b" l="l" r="r" t="t"/>
            <a:pathLst>
              <a:path extrusionOk="0" h="672808" w="672808">
                <a:moveTo>
                  <a:pt x="0" y="0"/>
                </a:moveTo>
                <a:lnTo>
                  <a:pt x="672808" y="0"/>
                </a:lnTo>
                <a:lnTo>
                  <a:pt x="672808" y="672808"/>
                </a:lnTo>
                <a:lnTo>
                  <a:pt x="0" y="672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4" name="Google Shape;304;p11"/>
          <p:cNvGrpSpPr/>
          <p:nvPr/>
        </p:nvGrpSpPr>
        <p:grpSpPr>
          <a:xfrm>
            <a:off x="9592643" y="458914"/>
            <a:ext cx="8037844" cy="906190"/>
            <a:chOff x="0" y="-66675"/>
            <a:chExt cx="2116963" cy="238667"/>
          </a:xfrm>
        </p:grpSpPr>
        <p:sp>
          <p:nvSpPr>
            <p:cNvPr id="305" name="Google Shape;305;p11"/>
            <p:cNvSpPr/>
            <p:nvPr/>
          </p:nvSpPr>
          <p:spPr>
            <a:xfrm>
              <a:off x="0" y="0"/>
              <a:ext cx="2116963" cy="171992"/>
            </a:xfrm>
            <a:custGeom>
              <a:rect b="b" l="l" r="r" t="t"/>
              <a:pathLst>
                <a:path extrusionOk="0" h="171992" w="2116963">
                  <a:moveTo>
                    <a:pt x="28896" y="0"/>
                  </a:moveTo>
                  <a:lnTo>
                    <a:pt x="2088068" y="0"/>
                  </a:lnTo>
                  <a:cubicBezTo>
                    <a:pt x="2104026" y="0"/>
                    <a:pt x="2116963" y="12937"/>
                    <a:pt x="2116963" y="28896"/>
                  </a:cubicBezTo>
                  <a:lnTo>
                    <a:pt x="2116963" y="143097"/>
                  </a:lnTo>
                  <a:cubicBezTo>
                    <a:pt x="2116963" y="150760"/>
                    <a:pt x="2113919" y="158110"/>
                    <a:pt x="2108500" y="163529"/>
                  </a:cubicBezTo>
                  <a:cubicBezTo>
                    <a:pt x="2103081" y="168948"/>
                    <a:pt x="2095731" y="171992"/>
                    <a:pt x="2088068" y="171992"/>
                  </a:cubicBezTo>
                  <a:lnTo>
                    <a:pt x="28896" y="171992"/>
                  </a:lnTo>
                  <a:cubicBezTo>
                    <a:pt x="12937" y="171992"/>
                    <a:pt x="0" y="159055"/>
                    <a:pt x="0" y="143097"/>
                  </a:cubicBezTo>
                  <a:lnTo>
                    <a:pt x="0" y="28896"/>
                  </a:lnTo>
                  <a:cubicBezTo>
                    <a:pt x="0" y="12937"/>
                    <a:pt x="12937" y="0"/>
                    <a:pt x="28896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1"/>
            <p:cNvSpPr txBox="1"/>
            <p:nvPr/>
          </p:nvSpPr>
          <p:spPr>
            <a:xfrm>
              <a:off x="0" y="-66675"/>
              <a:ext cx="2116963" cy="238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1"/>
          <p:cNvGrpSpPr/>
          <p:nvPr/>
        </p:nvGrpSpPr>
        <p:grpSpPr>
          <a:xfrm>
            <a:off x="1327094" y="8188242"/>
            <a:ext cx="15740058" cy="1184358"/>
            <a:chOff x="0" y="-66675"/>
            <a:chExt cx="4145530" cy="311930"/>
          </a:xfrm>
        </p:grpSpPr>
        <p:sp>
          <p:nvSpPr>
            <p:cNvPr id="308" name="Google Shape;308;p11"/>
            <p:cNvSpPr/>
            <p:nvPr/>
          </p:nvSpPr>
          <p:spPr>
            <a:xfrm>
              <a:off x="0" y="0"/>
              <a:ext cx="4145530" cy="245255"/>
            </a:xfrm>
            <a:custGeom>
              <a:rect b="b" l="l" r="r" t="t"/>
              <a:pathLst>
                <a:path extrusionOk="0" h="245255" w="4145530">
                  <a:moveTo>
                    <a:pt x="17707" y="0"/>
                  </a:moveTo>
                  <a:lnTo>
                    <a:pt x="4127823" y="0"/>
                  </a:lnTo>
                  <a:cubicBezTo>
                    <a:pt x="4137602" y="0"/>
                    <a:pt x="4145530" y="7928"/>
                    <a:pt x="4145530" y="17707"/>
                  </a:cubicBezTo>
                  <a:lnTo>
                    <a:pt x="4145530" y="227548"/>
                  </a:lnTo>
                  <a:cubicBezTo>
                    <a:pt x="4145530" y="232244"/>
                    <a:pt x="4143665" y="236748"/>
                    <a:pt x="4140344" y="240069"/>
                  </a:cubicBezTo>
                  <a:cubicBezTo>
                    <a:pt x="4137023" y="243389"/>
                    <a:pt x="4132519" y="245255"/>
                    <a:pt x="4127823" y="245255"/>
                  </a:cubicBezTo>
                  <a:lnTo>
                    <a:pt x="17707" y="245255"/>
                  </a:lnTo>
                  <a:cubicBezTo>
                    <a:pt x="13011" y="245255"/>
                    <a:pt x="8507" y="243389"/>
                    <a:pt x="5186" y="240069"/>
                  </a:cubicBezTo>
                  <a:cubicBezTo>
                    <a:pt x="1866" y="236748"/>
                    <a:pt x="0" y="232244"/>
                    <a:pt x="0" y="227548"/>
                  </a:cubicBezTo>
                  <a:lnTo>
                    <a:pt x="0" y="17707"/>
                  </a:lnTo>
                  <a:cubicBezTo>
                    <a:pt x="0" y="13011"/>
                    <a:pt x="1866" y="8507"/>
                    <a:pt x="5186" y="5186"/>
                  </a:cubicBezTo>
                  <a:cubicBezTo>
                    <a:pt x="8507" y="1866"/>
                    <a:pt x="13011" y="0"/>
                    <a:pt x="17707" y="0"/>
                  </a:cubicBezTo>
                  <a:close/>
                </a:path>
              </a:pathLst>
            </a:custGeom>
            <a:solidFill>
              <a:srgbClr val="21DEE8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 txBox="1"/>
            <p:nvPr/>
          </p:nvSpPr>
          <p:spPr>
            <a:xfrm>
              <a:off x="0" y="-66675"/>
              <a:ext cx="4145530" cy="311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11"/>
          <p:cNvGrpSpPr/>
          <p:nvPr/>
        </p:nvGrpSpPr>
        <p:grpSpPr>
          <a:xfrm rot="10800000">
            <a:off x="-5146894" y="2215935"/>
            <a:ext cx="8212531" cy="300786"/>
            <a:chOff x="0" y="-66675"/>
            <a:chExt cx="2162971" cy="79218"/>
          </a:xfrm>
        </p:grpSpPr>
        <p:sp>
          <p:nvSpPr>
            <p:cNvPr id="311" name="Google Shape;311;p11"/>
            <p:cNvSpPr/>
            <p:nvPr/>
          </p:nvSpPr>
          <p:spPr>
            <a:xfrm>
              <a:off x="0" y="0"/>
              <a:ext cx="2162971" cy="12543"/>
            </a:xfrm>
            <a:custGeom>
              <a:rect b="b" l="l" r="r" t="t"/>
              <a:pathLst>
                <a:path extrusionOk="0" h="12543" w="2162971">
                  <a:moveTo>
                    <a:pt x="0" y="0"/>
                  </a:moveTo>
                  <a:lnTo>
                    <a:pt x="2162971" y="0"/>
                  </a:lnTo>
                  <a:lnTo>
                    <a:pt x="216297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0E5F6"/>
            </a:solidFill>
            <a:ln>
              <a:noFill/>
            </a:ln>
          </p:spPr>
        </p:sp>
        <p:sp>
          <p:nvSpPr>
            <p:cNvPr id="312" name="Google Shape;312;p11"/>
            <p:cNvSpPr txBox="1"/>
            <p:nvPr/>
          </p:nvSpPr>
          <p:spPr>
            <a:xfrm>
              <a:off x="0" y="-66675"/>
              <a:ext cx="2162971" cy="79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11"/>
          <p:cNvGrpSpPr/>
          <p:nvPr/>
        </p:nvGrpSpPr>
        <p:grpSpPr>
          <a:xfrm rot="10800000">
            <a:off x="2834801" y="2124330"/>
            <a:ext cx="230836" cy="230836"/>
            <a:chOff x="0" y="0"/>
            <a:chExt cx="812800" cy="812800"/>
          </a:xfrm>
        </p:grpSpPr>
        <p:sp>
          <p:nvSpPr>
            <p:cNvPr id="314" name="Google Shape;314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E5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13315205" y="7226040"/>
            <a:ext cx="8212531" cy="300786"/>
            <a:chOff x="0" y="-66675"/>
            <a:chExt cx="2162971" cy="79218"/>
          </a:xfrm>
        </p:grpSpPr>
        <p:sp>
          <p:nvSpPr>
            <p:cNvPr id="317" name="Google Shape;317;p11"/>
            <p:cNvSpPr/>
            <p:nvPr/>
          </p:nvSpPr>
          <p:spPr>
            <a:xfrm>
              <a:off x="0" y="0"/>
              <a:ext cx="2162971" cy="12543"/>
            </a:xfrm>
            <a:custGeom>
              <a:rect b="b" l="l" r="r" t="t"/>
              <a:pathLst>
                <a:path extrusionOk="0" h="12543" w="2162971">
                  <a:moveTo>
                    <a:pt x="0" y="0"/>
                  </a:moveTo>
                  <a:lnTo>
                    <a:pt x="2162971" y="0"/>
                  </a:lnTo>
                  <a:lnTo>
                    <a:pt x="216297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0E5F6"/>
            </a:solidFill>
            <a:ln>
              <a:noFill/>
            </a:ln>
          </p:spPr>
        </p:sp>
        <p:sp>
          <p:nvSpPr>
            <p:cNvPr id="318" name="Google Shape;318;p11"/>
            <p:cNvSpPr txBox="1"/>
            <p:nvPr/>
          </p:nvSpPr>
          <p:spPr>
            <a:xfrm>
              <a:off x="0" y="-66675"/>
              <a:ext cx="2162971" cy="79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11"/>
          <p:cNvGrpSpPr/>
          <p:nvPr/>
        </p:nvGrpSpPr>
        <p:grpSpPr>
          <a:xfrm>
            <a:off x="13315205" y="7387596"/>
            <a:ext cx="230836" cy="230836"/>
            <a:chOff x="0" y="0"/>
            <a:chExt cx="812800" cy="812800"/>
          </a:xfrm>
        </p:grpSpPr>
        <p:sp>
          <p:nvSpPr>
            <p:cNvPr id="320" name="Google Shape;320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E5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1"/>
          <p:cNvSpPr/>
          <p:nvPr/>
        </p:nvSpPr>
        <p:spPr>
          <a:xfrm>
            <a:off x="1176366" y="5899706"/>
            <a:ext cx="1658436" cy="1603308"/>
          </a:xfrm>
          <a:custGeom>
            <a:rect b="b" l="l" r="r" t="t"/>
            <a:pathLst>
              <a:path extrusionOk="0" h="1603308" w="1658436">
                <a:moveTo>
                  <a:pt x="0" y="0"/>
                </a:moveTo>
                <a:lnTo>
                  <a:pt x="1658435" y="0"/>
                </a:lnTo>
                <a:lnTo>
                  <a:pt x="1658435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1"/>
          <p:cNvSpPr/>
          <p:nvPr/>
        </p:nvSpPr>
        <p:spPr>
          <a:xfrm>
            <a:off x="15341284" y="2263560"/>
            <a:ext cx="1725868" cy="1668498"/>
          </a:xfrm>
          <a:custGeom>
            <a:rect b="b" l="l" r="r" t="t"/>
            <a:pathLst>
              <a:path extrusionOk="0" h="1668498" w="172586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11"/>
          <p:cNvSpPr/>
          <p:nvPr/>
        </p:nvSpPr>
        <p:spPr>
          <a:xfrm>
            <a:off x="11152144" y="2095051"/>
            <a:ext cx="5616399" cy="5616399"/>
          </a:xfrm>
          <a:custGeom>
            <a:rect b="b" l="l" r="r" t="t"/>
            <a:pathLst>
              <a:path extrusionOk="0" h="5616399" w="5616399">
                <a:moveTo>
                  <a:pt x="0" y="0"/>
                </a:moveTo>
                <a:lnTo>
                  <a:pt x="5616399" y="0"/>
                </a:lnTo>
                <a:lnTo>
                  <a:pt x="5616399" y="5616400"/>
                </a:lnTo>
                <a:lnTo>
                  <a:pt x="0" y="5616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11"/>
          <p:cNvSpPr txBox="1"/>
          <p:nvPr/>
        </p:nvSpPr>
        <p:spPr>
          <a:xfrm>
            <a:off x="1574611" y="765175"/>
            <a:ext cx="4141972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THYNK UNLIMITED</a:t>
            </a:r>
            <a:endParaRPr/>
          </a:p>
        </p:txBody>
      </p:sp>
      <p:sp>
        <p:nvSpPr>
          <p:cNvPr id="326" name="Google Shape;326;p11"/>
          <p:cNvSpPr txBox="1"/>
          <p:nvPr/>
        </p:nvSpPr>
        <p:spPr>
          <a:xfrm>
            <a:off x="9144000" y="816990"/>
            <a:ext cx="16625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  <a:endParaRPr/>
          </a:p>
        </p:txBody>
      </p:sp>
      <p:sp>
        <p:nvSpPr>
          <p:cNvPr id="327" name="Google Shape;327;p11"/>
          <p:cNvSpPr txBox="1"/>
          <p:nvPr/>
        </p:nvSpPr>
        <p:spPr>
          <a:xfrm>
            <a:off x="11408122" y="816990"/>
            <a:ext cx="190708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  <a:endParaRPr/>
          </a:p>
        </p:txBody>
      </p:sp>
      <p:sp>
        <p:nvSpPr>
          <p:cNvPr id="328" name="Google Shape;328;p11"/>
          <p:cNvSpPr txBox="1"/>
          <p:nvPr/>
        </p:nvSpPr>
        <p:spPr>
          <a:xfrm>
            <a:off x="13726729" y="816990"/>
            <a:ext cx="1916881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  <a:endParaRPr/>
          </a:p>
        </p:txBody>
      </p:sp>
      <p:sp>
        <p:nvSpPr>
          <p:cNvPr id="329" name="Google Shape;329;p11"/>
          <p:cNvSpPr txBox="1"/>
          <p:nvPr/>
        </p:nvSpPr>
        <p:spPr>
          <a:xfrm>
            <a:off x="15034325" y="816990"/>
            <a:ext cx="22249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902463" y="2378737"/>
            <a:ext cx="10505660" cy="3007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1660336" y="8652999"/>
            <a:ext cx="6418898" cy="44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GTERAN@ESPOL.EDU.EC</a:t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6638374" y="8653065"/>
            <a:ext cx="10301662" cy="44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MANGLARALTO-MARINO-DIGITAL.VERCEL.APP/#INICIO</a:t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7496215" y="8653065"/>
            <a:ext cx="987018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