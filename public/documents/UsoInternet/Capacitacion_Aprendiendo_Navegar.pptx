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7A419C-D609-45C3-8D48-698869B993A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32C86B2-E853-4771-AA14-3C5ABC481996}">
      <dgm:prSet/>
      <dgm:spPr/>
      <dgm:t>
        <a:bodyPr/>
        <a:lstStyle/>
        <a:p>
          <a:pPr>
            <a:defRPr cap="all"/>
          </a:pPr>
          <a:r>
            <a:rPr lang="en-US" b="0" i="0" baseline="0"/>
            <a:t>Abrir un navegador (Chrome/Edge)</a:t>
          </a:r>
          <a:endParaRPr lang="en-US"/>
        </a:p>
      </dgm:t>
    </dgm:pt>
    <dgm:pt modelId="{C0A5166A-6119-47C8-AFE0-126D3CE67CDE}" type="parTrans" cxnId="{65F91B54-FEA8-4E7A-B4D2-078A19FB6025}">
      <dgm:prSet/>
      <dgm:spPr/>
      <dgm:t>
        <a:bodyPr/>
        <a:lstStyle/>
        <a:p>
          <a:endParaRPr lang="en-US"/>
        </a:p>
      </dgm:t>
    </dgm:pt>
    <dgm:pt modelId="{7B39E5F5-B19B-4A96-B62D-BD804E2E63CB}" type="sibTrans" cxnId="{65F91B54-FEA8-4E7A-B4D2-078A19FB6025}">
      <dgm:prSet/>
      <dgm:spPr/>
      <dgm:t>
        <a:bodyPr/>
        <a:lstStyle/>
        <a:p>
          <a:endParaRPr lang="en-US"/>
        </a:p>
      </dgm:t>
    </dgm:pt>
    <dgm:pt modelId="{742C0329-F88D-4D32-9BBE-57FB8E64E293}">
      <dgm:prSet/>
      <dgm:spPr/>
      <dgm:t>
        <a:bodyPr/>
        <a:lstStyle/>
        <a:p>
          <a:pPr>
            <a:defRPr cap="all"/>
          </a:pPr>
          <a:r>
            <a:rPr lang="en-US" b="0" i="0" baseline="0"/>
            <a:t>Buscar información útil en Google</a:t>
          </a:r>
          <a:endParaRPr lang="en-US"/>
        </a:p>
      </dgm:t>
    </dgm:pt>
    <dgm:pt modelId="{E8A734D8-79F8-48B6-B031-F03E2895F63E}" type="parTrans" cxnId="{FBB01602-02F5-411D-BD17-8767708308F6}">
      <dgm:prSet/>
      <dgm:spPr/>
      <dgm:t>
        <a:bodyPr/>
        <a:lstStyle/>
        <a:p>
          <a:endParaRPr lang="en-US"/>
        </a:p>
      </dgm:t>
    </dgm:pt>
    <dgm:pt modelId="{AA0E282E-4848-490F-9C88-1356EC41C2F6}" type="sibTrans" cxnId="{FBB01602-02F5-411D-BD17-8767708308F6}">
      <dgm:prSet/>
      <dgm:spPr/>
      <dgm:t>
        <a:bodyPr/>
        <a:lstStyle/>
        <a:p>
          <a:endParaRPr lang="en-US"/>
        </a:p>
      </dgm:t>
    </dgm:pt>
    <dgm:pt modelId="{B59BA0C2-26BF-4461-AAF9-3E6C7AB5FC2D}">
      <dgm:prSet/>
      <dgm:spPr/>
      <dgm:t>
        <a:bodyPr/>
        <a:lstStyle/>
        <a:p>
          <a:pPr>
            <a:defRPr cap="all"/>
          </a:pPr>
          <a:r>
            <a:rPr lang="en-US" b="0" i="0" baseline="0"/>
            <a:t>Abrir resultados confiables</a:t>
          </a:r>
          <a:endParaRPr lang="en-US"/>
        </a:p>
      </dgm:t>
    </dgm:pt>
    <dgm:pt modelId="{5989E333-C69A-4513-A1D9-FBC01FA566A3}" type="parTrans" cxnId="{E5CA28C8-5E07-4FCB-BE85-06749B338D94}">
      <dgm:prSet/>
      <dgm:spPr/>
      <dgm:t>
        <a:bodyPr/>
        <a:lstStyle/>
        <a:p>
          <a:endParaRPr lang="en-US"/>
        </a:p>
      </dgm:t>
    </dgm:pt>
    <dgm:pt modelId="{835001E8-E20B-4E87-ACDE-C4902358C445}" type="sibTrans" cxnId="{E5CA28C8-5E07-4FCB-BE85-06749B338D94}">
      <dgm:prSet/>
      <dgm:spPr/>
      <dgm:t>
        <a:bodyPr/>
        <a:lstStyle/>
        <a:p>
          <a:endParaRPr lang="en-US"/>
        </a:p>
      </dgm:t>
    </dgm:pt>
    <dgm:pt modelId="{7FADE82A-B2C7-44C8-A754-6B9682A59859}">
      <dgm:prSet/>
      <dgm:spPr/>
      <dgm:t>
        <a:bodyPr/>
        <a:lstStyle/>
        <a:p>
          <a:pPr>
            <a:defRPr cap="all"/>
          </a:pPr>
          <a:r>
            <a:rPr lang="en-US" b="0" i="0" baseline="0"/>
            <a:t>Regresar, cambiar de pestaña y cerrar páginas</a:t>
          </a:r>
          <a:endParaRPr lang="en-US"/>
        </a:p>
      </dgm:t>
    </dgm:pt>
    <dgm:pt modelId="{82CAC8FB-BB15-48E0-87C4-F16A76F03909}" type="parTrans" cxnId="{0AEBCFC5-5F9E-499B-AF74-ED6C8F8B288E}">
      <dgm:prSet/>
      <dgm:spPr/>
      <dgm:t>
        <a:bodyPr/>
        <a:lstStyle/>
        <a:p>
          <a:endParaRPr lang="en-US"/>
        </a:p>
      </dgm:t>
    </dgm:pt>
    <dgm:pt modelId="{DD00CE39-7011-46C3-91C9-D587A8444CED}" type="sibTrans" cxnId="{0AEBCFC5-5F9E-499B-AF74-ED6C8F8B288E}">
      <dgm:prSet/>
      <dgm:spPr/>
      <dgm:t>
        <a:bodyPr/>
        <a:lstStyle/>
        <a:p>
          <a:endParaRPr lang="en-US"/>
        </a:p>
      </dgm:t>
    </dgm:pt>
    <dgm:pt modelId="{F59D8DB7-1820-4853-A670-8C88BCE5EE91}">
      <dgm:prSet/>
      <dgm:spPr/>
      <dgm:t>
        <a:bodyPr/>
        <a:lstStyle/>
        <a:p>
          <a:pPr>
            <a:defRPr cap="all"/>
          </a:pPr>
          <a:r>
            <a:rPr lang="en-US" b="0" i="0" baseline="0"/>
            <a:t>Identificar riesgos comunes (anuncios, estafas, ventanas falsas)</a:t>
          </a:r>
          <a:endParaRPr lang="en-US"/>
        </a:p>
      </dgm:t>
    </dgm:pt>
    <dgm:pt modelId="{8D205B9F-D6E1-4A6E-B803-74B7BEB6CBD1}" type="parTrans" cxnId="{0FC30034-01E6-4339-83E9-7869F9B0A4F5}">
      <dgm:prSet/>
      <dgm:spPr/>
      <dgm:t>
        <a:bodyPr/>
        <a:lstStyle/>
        <a:p>
          <a:endParaRPr lang="en-US"/>
        </a:p>
      </dgm:t>
    </dgm:pt>
    <dgm:pt modelId="{FF71BA5C-20EB-4A5B-A6FF-97DCB77D83A3}" type="sibTrans" cxnId="{0FC30034-01E6-4339-83E9-7869F9B0A4F5}">
      <dgm:prSet/>
      <dgm:spPr/>
      <dgm:t>
        <a:bodyPr/>
        <a:lstStyle/>
        <a:p>
          <a:endParaRPr lang="en-US"/>
        </a:p>
      </dgm:t>
    </dgm:pt>
    <dgm:pt modelId="{ED459B25-8B79-46FB-81F4-1D6BFB926BCE}" type="pres">
      <dgm:prSet presAssocID="{DD7A419C-D609-45C3-8D48-698869B993A8}" presName="root" presStyleCnt="0">
        <dgm:presLayoutVars>
          <dgm:dir/>
          <dgm:resizeHandles val="exact"/>
        </dgm:presLayoutVars>
      </dgm:prSet>
      <dgm:spPr/>
    </dgm:pt>
    <dgm:pt modelId="{FC4340B0-F515-431A-A6B8-8FA25604722F}" type="pres">
      <dgm:prSet presAssocID="{332C86B2-E853-4771-AA14-3C5ABC481996}" presName="compNode" presStyleCnt="0"/>
      <dgm:spPr/>
    </dgm:pt>
    <dgm:pt modelId="{53147E60-3997-4C93-930B-94757C8E7199}" type="pres">
      <dgm:prSet presAssocID="{332C86B2-E853-4771-AA14-3C5ABC481996}" presName="iconBgRect" presStyleLbl="bgShp" presStyleIdx="0" presStyleCnt="5"/>
      <dgm:spPr/>
    </dgm:pt>
    <dgm:pt modelId="{0B8BDD9C-F636-4959-AE69-74BF7BA8487A}" type="pres">
      <dgm:prSet presAssocID="{332C86B2-E853-4771-AA14-3C5ABC48199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5B701A25-34E9-40CA-B424-1593EEC4E6D3}" type="pres">
      <dgm:prSet presAssocID="{332C86B2-E853-4771-AA14-3C5ABC481996}" presName="spaceRect" presStyleCnt="0"/>
      <dgm:spPr/>
    </dgm:pt>
    <dgm:pt modelId="{188942D5-DC24-4D48-95DC-AA181F947878}" type="pres">
      <dgm:prSet presAssocID="{332C86B2-E853-4771-AA14-3C5ABC481996}" presName="textRect" presStyleLbl="revTx" presStyleIdx="0" presStyleCnt="5">
        <dgm:presLayoutVars>
          <dgm:chMax val="1"/>
          <dgm:chPref val="1"/>
        </dgm:presLayoutVars>
      </dgm:prSet>
      <dgm:spPr/>
    </dgm:pt>
    <dgm:pt modelId="{869DAB77-139B-4720-AC9E-94E4C43EAD7A}" type="pres">
      <dgm:prSet presAssocID="{7B39E5F5-B19B-4A96-B62D-BD804E2E63CB}" presName="sibTrans" presStyleCnt="0"/>
      <dgm:spPr/>
    </dgm:pt>
    <dgm:pt modelId="{42584EC7-F2B6-4555-82FC-6CD725345CC9}" type="pres">
      <dgm:prSet presAssocID="{742C0329-F88D-4D32-9BBE-57FB8E64E293}" presName="compNode" presStyleCnt="0"/>
      <dgm:spPr/>
    </dgm:pt>
    <dgm:pt modelId="{DE9CBB12-0E63-4EEA-A61E-DBCF256F4F8B}" type="pres">
      <dgm:prSet presAssocID="{742C0329-F88D-4D32-9BBE-57FB8E64E293}" presName="iconBgRect" presStyleLbl="bgShp" presStyleIdx="1" presStyleCnt="5"/>
      <dgm:spPr/>
    </dgm:pt>
    <dgm:pt modelId="{D429C791-A61B-494A-B01F-085EAFDC87F6}" type="pres">
      <dgm:prSet presAssocID="{742C0329-F88D-4D32-9BBE-57FB8E64E29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0C14920-07E4-4C0B-8040-7714DD7427AD}" type="pres">
      <dgm:prSet presAssocID="{742C0329-F88D-4D32-9BBE-57FB8E64E293}" presName="spaceRect" presStyleCnt="0"/>
      <dgm:spPr/>
    </dgm:pt>
    <dgm:pt modelId="{56EAE883-AC7D-4D2B-A16F-6DCA8BD63A38}" type="pres">
      <dgm:prSet presAssocID="{742C0329-F88D-4D32-9BBE-57FB8E64E293}" presName="textRect" presStyleLbl="revTx" presStyleIdx="1" presStyleCnt="5">
        <dgm:presLayoutVars>
          <dgm:chMax val="1"/>
          <dgm:chPref val="1"/>
        </dgm:presLayoutVars>
      </dgm:prSet>
      <dgm:spPr/>
    </dgm:pt>
    <dgm:pt modelId="{B3F03B07-F622-4E0E-BDB7-CAF27531A8C3}" type="pres">
      <dgm:prSet presAssocID="{AA0E282E-4848-490F-9C88-1356EC41C2F6}" presName="sibTrans" presStyleCnt="0"/>
      <dgm:spPr/>
    </dgm:pt>
    <dgm:pt modelId="{B4E11C67-FB6E-43F6-9DC8-8AC3154EEDAC}" type="pres">
      <dgm:prSet presAssocID="{B59BA0C2-26BF-4461-AAF9-3E6C7AB5FC2D}" presName="compNode" presStyleCnt="0"/>
      <dgm:spPr/>
    </dgm:pt>
    <dgm:pt modelId="{632A3092-2627-4055-8EC1-F0D2B31A4C2B}" type="pres">
      <dgm:prSet presAssocID="{B59BA0C2-26BF-4461-AAF9-3E6C7AB5FC2D}" presName="iconBgRect" presStyleLbl="bgShp" presStyleIdx="2" presStyleCnt="5"/>
      <dgm:spPr/>
    </dgm:pt>
    <dgm:pt modelId="{FEBF3353-634D-479F-B3BC-E6382EC1E3DE}" type="pres">
      <dgm:prSet presAssocID="{B59BA0C2-26BF-4461-AAF9-3E6C7AB5FC2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354E8B63-8636-40E6-B667-CE1FAEAD8367}" type="pres">
      <dgm:prSet presAssocID="{B59BA0C2-26BF-4461-AAF9-3E6C7AB5FC2D}" presName="spaceRect" presStyleCnt="0"/>
      <dgm:spPr/>
    </dgm:pt>
    <dgm:pt modelId="{3A976FE3-D4C2-435D-85CD-1EA2C144F3BB}" type="pres">
      <dgm:prSet presAssocID="{B59BA0C2-26BF-4461-AAF9-3E6C7AB5FC2D}" presName="textRect" presStyleLbl="revTx" presStyleIdx="2" presStyleCnt="5">
        <dgm:presLayoutVars>
          <dgm:chMax val="1"/>
          <dgm:chPref val="1"/>
        </dgm:presLayoutVars>
      </dgm:prSet>
      <dgm:spPr/>
    </dgm:pt>
    <dgm:pt modelId="{0BF517DB-D36D-4B3A-9619-92BC4B2C44D5}" type="pres">
      <dgm:prSet presAssocID="{835001E8-E20B-4E87-ACDE-C4902358C445}" presName="sibTrans" presStyleCnt="0"/>
      <dgm:spPr/>
    </dgm:pt>
    <dgm:pt modelId="{0C51649E-E722-4CC8-8E0D-4904EAB9BC78}" type="pres">
      <dgm:prSet presAssocID="{7FADE82A-B2C7-44C8-A754-6B9682A59859}" presName="compNode" presStyleCnt="0"/>
      <dgm:spPr/>
    </dgm:pt>
    <dgm:pt modelId="{04C5F8C5-89E4-4079-AEB4-D6DC89467A5A}" type="pres">
      <dgm:prSet presAssocID="{7FADE82A-B2C7-44C8-A754-6B9682A59859}" presName="iconBgRect" presStyleLbl="bgShp" presStyleIdx="3" presStyleCnt="5"/>
      <dgm:spPr/>
    </dgm:pt>
    <dgm:pt modelId="{00A05D4A-6C84-4567-8747-D6D93D5CBA45}" type="pres">
      <dgm:prSet presAssocID="{7FADE82A-B2C7-44C8-A754-6B9682A5985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stañas"/>
        </a:ext>
      </dgm:extLst>
    </dgm:pt>
    <dgm:pt modelId="{C8A1E447-92DA-42DB-8277-928D9227F9FD}" type="pres">
      <dgm:prSet presAssocID="{7FADE82A-B2C7-44C8-A754-6B9682A59859}" presName="spaceRect" presStyleCnt="0"/>
      <dgm:spPr/>
    </dgm:pt>
    <dgm:pt modelId="{9FEAEB0C-B04B-48BD-B856-2F0F6817D4B2}" type="pres">
      <dgm:prSet presAssocID="{7FADE82A-B2C7-44C8-A754-6B9682A59859}" presName="textRect" presStyleLbl="revTx" presStyleIdx="3" presStyleCnt="5">
        <dgm:presLayoutVars>
          <dgm:chMax val="1"/>
          <dgm:chPref val="1"/>
        </dgm:presLayoutVars>
      </dgm:prSet>
      <dgm:spPr/>
    </dgm:pt>
    <dgm:pt modelId="{E8914DB9-1930-431E-8FB5-1409D77CDE0D}" type="pres">
      <dgm:prSet presAssocID="{DD00CE39-7011-46C3-91C9-D587A8444CED}" presName="sibTrans" presStyleCnt="0"/>
      <dgm:spPr/>
    </dgm:pt>
    <dgm:pt modelId="{A6BA8B23-88B3-4935-8923-3E644432EAD9}" type="pres">
      <dgm:prSet presAssocID="{F59D8DB7-1820-4853-A670-8C88BCE5EE91}" presName="compNode" presStyleCnt="0"/>
      <dgm:spPr/>
    </dgm:pt>
    <dgm:pt modelId="{881EDCD8-147E-419A-B635-7299DCAE6CD6}" type="pres">
      <dgm:prSet presAssocID="{F59D8DB7-1820-4853-A670-8C88BCE5EE91}" presName="iconBgRect" presStyleLbl="bgShp" presStyleIdx="4" presStyleCnt="5"/>
      <dgm:spPr/>
    </dgm:pt>
    <dgm:pt modelId="{247D23C1-5298-4DB2-A86C-7F0E08C14872}" type="pres">
      <dgm:prSet presAssocID="{F59D8DB7-1820-4853-A670-8C88BCE5EE9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6D00F0E7-CCD7-4B63-BE0B-458EAAF898C8}" type="pres">
      <dgm:prSet presAssocID="{F59D8DB7-1820-4853-A670-8C88BCE5EE91}" presName="spaceRect" presStyleCnt="0"/>
      <dgm:spPr/>
    </dgm:pt>
    <dgm:pt modelId="{F759282C-8C28-44DA-94C3-0671046FF045}" type="pres">
      <dgm:prSet presAssocID="{F59D8DB7-1820-4853-A670-8C88BCE5EE9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BB01602-02F5-411D-BD17-8767708308F6}" srcId="{DD7A419C-D609-45C3-8D48-698869B993A8}" destId="{742C0329-F88D-4D32-9BBE-57FB8E64E293}" srcOrd="1" destOrd="0" parTransId="{E8A734D8-79F8-48B6-B031-F03E2895F63E}" sibTransId="{AA0E282E-4848-490F-9C88-1356EC41C2F6}"/>
    <dgm:cxn modelId="{5119CC11-E8C1-4AF0-9C05-235EDD01F76C}" type="presOf" srcId="{DD7A419C-D609-45C3-8D48-698869B993A8}" destId="{ED459B25-8B79-46FB-81F4-1D6BFB926BCE}" srcOrd="0" destOrd="0" presId="urn:microsoft.com/office/officeart/2018/5/layout/IconCircleLabelList"/>
    <dgm:cxn modelId="{0FC30034-01E6-4339-83E9-7869F9B0A4F5}" srcId="{DD7A419C-D609-45C3-8D48-698869B993A8}" destId="{F59D8DB7-1820-4853-A670-8C88BCE5EE91}" srcOrd="4" destOrd="0" parTransId="{8D205B9F-D6E1-4A6E-B803-74B7BEB6CBD1}" sibTransId="{FF71BA5C-20EB-4A5B-A6FF-97DCB77D83A3}"/>
    <dgm:cxn modelId="{9BD20D41-20B2-493B-AA98-B3F45EFA95F0}" type="presOf" srcId="{742C0329-F88D-4D32-9BBE-57FB8E64E293}" destId="{56EAE883-AC7D-4D2B-A16F-6DCA8BD63A38}" srcOrd="0" destOrd="0" presId="urn:microsoft.com/office/officeart/2018/5/layout/IconCircleLabelList"/>
    <dgm:cxn modelId="{B95F5944-B468-425B-8953-03E0FBE97AFB}" type="presOf" srcId="{332C86B2-E853-4771-AA14-3C5ABC481996}" destId="{188942D5-DC24-4D48-95DC-AA181F947878}" srcOrd="0" destOrd="0" presId="urn:microsoft.com/office/officeart/2018/5/layout/IconCircleLabelList"/>
    <dgm:cxn modelId="{65F91B54-FEA8-4E7A-B4D2-078A19FB6025}" srcId="{DD7A419C-D609-45C3-8D48-698869B993A8}" destId="{332C86B2-E853-4771-AA14-3C5ABC481996}" srcOrd="0" destOrd="0" parTransId="{C0A5166A-6119-47C8-AFE0-126D3CE67CDE}" sibTransId="{7B39E5F5-B19B-4A96-B62D-BD804E2E63CB}"/>
    <dgm:cxn modelId="{8ED62C9B-DF04-4F06-A5EA-722823DFA36B}" type="presOf" srcId="{B59BA0C2-26BF-4461-AAF9-3E6C7AB5FC2D}" destId="{3A976FE3-D4C2-435D-85CD-1EA2C144F3BB}" srcOrd="0" destOrd="0" presId="urn:microsoft.com/office/officeart/2018/5/layout/IconCircleLabelList"/>
    <dgm:cxn modelId="{09C4A0BC-89B6-4301-91F0-1FDCA193F8B7}" type="presOf" srcId="{F59D8DB7-1820-4853-A670-8C88BCE5EE91}" destId="{F759282C-8C28-44DA-94C3-0671046FF045}" srcOrd="0" destOrd="0" presId="urn:microsoft.com/office/officeart/2018/5/layout/IconCircleLabelList"/>
    <dgm:cxn modelId="{0AEBCFC5-5F9E-499B-AF74-ED6C8F8B288E}" srcId="{DD7A419C-D609-45C3-8D48-698869B993A8}" destId="{7FADE82A-B2C7-44C8-A754-6B9682A59859}" srcOrd="3" destOrd="0" parTransId="{82CAC8FB-BB15-48E0-87C4-F16A76F03909}" sibTransId="{DD00CE39-7011-46C3-91C9-D587A8444CED}"/>
    <dgm:cxn modelId="{E5CA28C8-5E07-4FCB-BE85-06749B338D94}" srcId="{DD7A419C-D609-45C3-8D48-698869B993A8}" destId="{B59BA0C2-26BF-4461-AAF9-3E6C7AB5FC2D}" srcOrd="2" destOrd="0" parTransId="{5989E333-C69A-4513-A1D9-FBC01FA566A3}" sibTransId="{835001E8-E20B-4E87-ACDE-C4902358C445}"/>
    <dgm:cxn modelId="{8F5C9FE8-5A41-4157-9DD2-59B8592C7B91}" type="presOf" srcId="{7FADE82A-B2C7-44C8-A754-6B9682A59859}" destId="{9FEAEB0C-B04B-48BD-B856-2F0F6817D4B2}" srcOrd="0" destOrd="0" presId="urn:microsoft.com/office/officeart/2018/5/layout/IconCircleLabelList"/>
    <dgm:cxn modelId="{D71027EC-DC9C-45ED-9953-389C3D9C6E39}" type="presParOf" srcId="{ED459B25-8B79-46FB-81F4-1D6BFB926BCE}" destId="{FC4340B0-F515-431A-A6B8-8FA25604722F}" srcOrd="0" destOrd="0" presId="urn:microsoft.com/office/officeart/2018/5/layout/IconCircleLabelList"/>
    <dgm:cxn modelId="{F5D567FA-CABA-464F-B775-1B9B7DF2A92F}" type="presParOf" srcId="{FC4340B0-F515-431A-A6B8-8FA25604722F}" destId="{53147E60-3997-4C93-930B-94757C8E7199}" srcOrd="0" destOrd="0" presId="urn:microsoft.com/office/officeart/2018/5/layout/IconCircleLabelList"/>
    <dgm:cxn modelId="{4BB2BA4B-C42C-4558-A763-5510591C06CE}" type="presParOf" srcId="{FC4340B0-F515-431A-A6B8-8FA25604722F}" destId="{0B8BDD9C-F636-4959-AE69-74BF7BA8487A}" srcOrd="1" destOrd="0" presId="urn:microsoft.com/office/officeart/2018/5/layout/IconCircleLabelList"/>
    <dgm:cxn modelId="{1BB101BD-9769-42DB-8CE2-F49469C32A09}" type="presParOf" srcId="{FC4340B0-F515-431A-A6B8-8FA25604722F}" destId="{5B701A25-34E9-40CA-B424-1593EEC4E6D3}" srcOrd="2" destOrd="0" presId="urn:microsoft.com/office/officeart/2018/5/layout/IconCircleLabelList"/>
    <dgm:cxn modelId="{ADEFCDFC-69CC-44E3-9405-EC3AEBF4C832}" type="presParOf" srcId="{FC4340B0-F515-431A-A6B8-8FA25604722F}" destId="{188942D5-DC24-4D48-95DC-AA181F947878}" srcOrd="3" destOrd="0" presId="urn:microsoft.com/office/officeart/2018/5/layout/IconCircleLabelList"/>
    <dgm:cxn modelId="{7B38648C-B966-41E1-A1E2-4525B1AB962A}" type="presParOf" srcId="{ED459B25-8B79-46FB-81F4-1D6BFB926BCE}" destId="{869DAB77-139B-4720-AC9E-94E4C43EAD7A}" srcOrd="1" destOrd="0" presId="urn:microsoft.com/office/officeart/2018/5/layout/IconCircleLabelList"/>
    <dgm:cxn modelId="{5479D38C-A46A-4946-900F-2DBF13511116}" type="presParOf" srcId="{ED459B25-8B79-46FB-81F4-1D6BFB926BCE}" destId="{42584EC7-F2B6-4555-82FC-6CD725345CC9}" srcOrd="2" destOrd="0" presId="urn:microsoft.com/office/officeart/2018/5/layout/IconCircleLabelList"/>
    <dgm:cxn modelId="{CE04334D-7C2D-49CC-8198-64C9814D3637}" type="presParOf" srcId="{42584EC7-F2B6-4555-82FC-6CD725345CC9}" destId="{DE9CBB12-0E63-4EEA-A61E-DBCF256F4F8B}" srcOrd="0" destOrd="0" presId="urn:microsoft.com/office/officeart/2018/5/layout/IconCircleLabelList"/>
    <dgm:cxn modelId="{49D68F37-BA04-4C47-944D-D1A2B8253CD7}" type="presParOf" srcId="{42584EC7-F2B6-4555-82FC-6CD725345CC9}" destId="{D429C791-A61B-494A-B01F-085EAFDC87F6}" srcOrd="1" destOrd="0" presId="urn:microsoft.com/office/officeart/2018/5/layout/IconCircleLabelList"/>
    <dgm:cxn modelId="{29C52958-B4D6-44C7-BAE7-521F1473833E}" type="presParOf" srcId="{42584EC7-F2B6-4555-82FC-6CD725345CC9}" destId="{10C14920-07E4-4C0B-8040-7714DD7427AD}" srcOrd="2" destOrd="0" presId="urn:microsoft.com/office/officeart/2018/5/layout/IconCircleLabelList"/>
    <dgm:cxn modelId="{BF4B3360-23CE-4927-9D5E-1377E4BCE83E}" type="presParOf" srcId="{42584EC7-F2B6-4555-82FC-6CD725345CC9}" destId="{56EAE883-AC7D-4D2B-A16F-6DCA8BD63A38}" srcOrd="3" destOrd="0" presId="urn:microsoft.com/office/officeart/2018/5/layout/IconCircleLabelList"/>
    <dgm:cxn modelId="{B633905F-C23F-45BF-A22C-EBA8C5397A8D}" type="presParOf" srcId="{ED459B25-8B79-46FB-81F4-1D6BFB926BCE}" destId="{B3F03B07-F622-4E0E-BDB7-CAF27531A8C3}" srcOrd="3" destOrd="0" presId="urn:microsoft.com/office/officeart/2018/5/layout/IconCircleLabelList"/>
    <dgm:cxn modelId="{DB5842FE-DF8E-49A4-93D8-183934A9EF22}" type="presParOf" srcId="{ED459B25-8B79-46FB-81F4-1D6BFB926BCE}" destId="{B4E11C67-FB6E-43F6-9DC8-8AC3154EEDAC}" srcOrd="4" destOrd="0" presId="urn:microsoft.com/office/officeart/2018/5/layout/IconCircleLabelList"/>
    <dgm:cxn modelId="{639BC400-5CD0-4928-ACC4-325411CC3621}" type="presParOf" srcId="{B4E11C67-FB6E-43F6-9DC8-8AC3154EEDAC}" destId="{632A3092-2627-4055-8EC1-F0D2B31A4C2B}" srcOrd="0" destOrd="0" presId="urn:microsoft.com/office/officeart/2018/5/layout/IconCircleLabelList"/>
    <dgm:cxn modelId="{C616618F-BDAF-4313-8723-38F806ED9640}" type="presParOf" srcId="{B4E11C67-FB6E-43F6-9DC8-8AC3154EEDAC}" destId="{FEBF3353-634D-479F-B3BC-E6382EC1E3DE}" srcOrd="1" destOrd="0" presId="urn:microsoft.com/office/officeart/2018/5/layout/IconCircleLabelList"/>
    <dgm:cxn modelId="{4A8A09FB-685E-4DCF-820B-F6F3C2B72CD8}" type="presParOf" srcId="{B4E11C67-FB6E-43F6-9DC8-8AC3154EEDAC}" destId="{354E8B63-8636-40E6-B667-CE1FAEAD8367}" srcOrd="2" destOrd="0" presId="urn:microsoft.com/office/officeart/2018/5/layout/IconCircleLabelList"/>
    <dgm:cxn modelId="{1F7C7F2A-61A3-4B82-9FAB-619C28664A33}" type="presParOf" srcId="{B4E11C67-FB6E-43F6-9DC8-8AC3154EEDAC}" destId="{3A976FE3-D4C2-435D-85CD-1EA2C144F3BB}" srcOrd="3" destOrd="0" presId="urn:microsoft.com/office/officeart/2018/5/layout/IconCircleLabelList"/>
    <dgm:cxn modelId="{26D94509-17E2-4308-A1D8-CA69A2A30658}" type="presParOf" srcId="{ED459B25-8B79-46FB-81F4-1D6BFB926BCE}" destId="{0BF517DB-D36D-4B3A-9619-92BC4B2C44D5}" srcOrd="5" destOrd="0" presId="urn:microsoft.com/office/officeart/2018/5/layout/IconCircleLabelList"/>
    <dgm:cxn modelId="{9CC244B3-8168-4737-B105-FDD08130F748}" type="presParOf" srcId="{ED459B25-8B79-46FB-81F4-1D6BFB926BCE}" destId="{0C51649E-E722-4CC8-8E0D-4904EAB9BC78}" srcOrd="6" destOrd="0" presId="urn:microsoft.com/office/officeart/2018/5/layout/IconCircleLabelList"/>
    <dgm:cxn modelId="{693BBD5B-2EA2-4BC3-BA16-FD407E4F112B}" type="presParOf" srcId="{0C51649E-E722-4CC8-8E0D-4904EAB9BC78}" destId="{04C5F8C5-89E4-4079-AEB4-D6DC89467A5A}" srcOrd="0" destOrd="0" presId="urn:microsoft.com/office/officeart/2018/5/layout/IconCircleLabelList"/>
    <dgm:cxn modelId="{00EB36AF-F0C6-4A58-A3E3-26F5E3250300}" type="presParOf" srcId="{0C51649E-E722-4CC8-8E0D-4904EAB9BC78}" destId="{00A05D4A-6C84-4567-8747-D6D93D5CBA45}" srcOrd="1" destOrd="0" presId="urn:microsoft.com/office/officeart/2018/5/layout/IconCircleLabelList"/>
    <dgm:cxn modelId="{FB4EA028-D268-4914-A544-844FB15D01B9}" type="presParOf" srcId="{0C51649E-E722-4CC8-8E0D-4904EAB9BC78}" destId="{C8A1E447-92DA-42DB-8277-928D9227F9FD}" srcOrd="2" destOrd="0" presId="urn:microsoft.com/office/officeart/2018/5/layout/IconCircleLabelList"/>
    <dgm:cxn modelId="{503ECE25-C196-4E34-A81B-7A6B0ED0EEF0}" type="presParOf" srcId="{0C51649E-E722-4CC8-8E0D-4904EAB9BC78}" destId="{9FEAEB0C-B04B-48BD-B856-2F0F6817D4B2}" srcOrd="3" destOrd="0" presId="urn:microsoft.com/office/officeart/2018/5/layout/IconCircleLabelList"/>
    <dgm:cxn modelId="{6AF3092F-4C92-4E85-A874-279B4DC3F33A}" type="presParOf" srcId="{ED459B25-8B79-46FB-81F4-1D6BFB926BCE}" destId="{E8914DB9-1930-431E-8FB5-1409D77CDE0D}" srcOrd="7" destOrd="0" presId="urn:microsoft.com/office/officeart/2018/5/layout/IconCircleLabelList"/>
    <dgm:cxn modelId="{33C10427-932D-4EED-8551-F72C29D2B8CC}" type="presParOf" srcId="{ED459B25-8B79-46FB-81F4-1D6BFB926BCE}" destId="{A6BA8B23-88B3-4935-8923-3E644432EAD9}" srcOrd="8" destOrd="0" presId="urn:microsoft.com/office/officeart/2018/5/layout/IconCircleLabelList"/>
    <dgm:cxn modelId="{546ED8F5-31AC-4679-AD89-FAC497555B21}" type="presParOf" srcId="{A6BA8B23-88B3-4935-8923-3E644432EAD9}" destId="{881EDCD8-147E-419A-B635-7299DCAE6CD6}" srcOrd="0" destOrd="0" presId="urn:microsoft.com/office/officeart/2018/5/layout/IconCircleLabelList"/>
    <dgm:cxn modelId="{FDE67926-D664-48FB-8D4C-F56D948051B1}" type="presParOf" srcId="{A6BA8B23-88B3-4935-8923-3E644432EAD9}" destId="{247D23C1-5298-4DB2-A86C-7F0E08C14872}" srcOrd="1" destOrd="0" presId="urn:microsoft.com/office/officeart/2018/5/layout/IconCircleLabelList"/>
    <dgm:cxn modelId="{34B3E684-2759-4C8D-92FE-C6B655958A96}" type="presParOf" srcId="{A6BA8B23-88B3-4935-8923-3E644432EAD9}" destId="{6D00F0E7-CCD7-4B63-BE0B-458EAAF898C8}" srcOrd="2" destOrd="0" presId="urn:microsoft.com/office/officeart/2018/5/layout/IconCircleLabelList"/>
    <dgm:cxn modelId="{59AB549A-C525-40B3-BCD5-0EA1A6111537}" type="presParOf" srcId="{A6BA8B23-88B3-4935-8923-3E644432EAD9}" destId="{F759282C-8C28-44DA-94C3-0671046FF04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625959-55E4-4331-B19C-A21F10DD21F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619A447-5253-429E-B5E3-87AA1DCBB18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¿Usan celular para WhatsApp?</a:t>
          </a:r>
          <a:endParaRPr lang="en-US"/>
        </a:p>
      </dgm:t>
    </dgm:pt>
    <dgm:pt modelId="{F63DAE58-7FF4-4FF8-BDDC-391383CB1C68}" type="parTrans" cxnId="{572B735D-F4E6-4977-9903-A0A76724CC91}">
      <dgm:prSet/>
      <dgm:spPr/>
      <dgm:t>
        <a:bodyPr/>
        <a:lstStyle/>
        <a:p>
          <a:endParaRPr lang="en-US"/>
        </a:p>
      </dgm:t>
    </dgm:pt>
    <dgm:pt modelId="{DFAA1088-1501-4960-9F2A-B7E94646D4D6}" type="sibTrans" cxnId="{572B735D-F4E6-4977-9903-A0A76724CC91}">
      <dgm:prSet/>
      <dgm:spPr/>
      <dgm:t>
        <a:bodyPr/>
        <a:lstStyle/>
        <a:p>
          <a:endParaRPr lang="en-US"/>
        </a:p>
      </dgm:t>
    </dgm:pt>
    <dgm:pt modelId="{B55A8A15-F13D-4371-813D-111DAEC383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¿Han buscado algo en Google?</a:t>
          </a:r>
          <a:endParaRPr lang="en-US"/>
        </a:p>
      </dgm:t>
    </dgm:pt>
    <dgm:pt modelId="{84CA2032-D143-4BE4-A4EC-9BC7078C54FC}" type="parTrans" cxnId="{A3CE8B0D-9275-4E78-B667-6C7D136D83AC}">
      <dgm:prSet/>
      <dgm:spPr/>
      <dgm:t>
        <a:bodyPr/>
        <a:lstStyle/>
        <a:p>
          <a:endParaRPr lang="en-US"/>
        </a:p>
      </dgm:t>
    </dgm:pt>
    <dgm:pt modelId="{DF221FC0-9325-44F0-8696-6A5514809DBD}" type="sibTrans" cxnId="{A3CE8B0D-9275-4E78-B667-6C7D136D83AC}">
      <dgm:prSet/>
      <dgm:spPr/>
      <dgm:t>
        <a:bodyPr/>
        <a:lstStyle/>
        <a:p>
          <a:endParaRPr lang="en-US"/>
        </a:p>
      </dgm:t>
    </dgm:pt>
    <dgm:pt modelId="{D8A0BC24-4E8C-426C-A032-DD6030B1EEF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¿Han visto videos en YouTube?</a:t>
          </a:r>
          <a:endParaRPr lang="en-US"/>
        </a:p>
      </dgm:t>
    </dgm:pt>
    <dgm:pt modelId="{B202F494-E7DC-41DB-BB36-DEFB8821BF95}" type="parTrans" cxnId="{286A728A-9B43-4F41-9EC5-B4507B1ACF44}">
      <dgm:prSet/>
      <dgm:spPr/>
      <dgm:t>
        <a:bodyPr/>
        <a:lstStyle/>
        <a:p>
          <a:endParaRPr lang="en-US"/>
        </a:p>
      </dgm:t>
    </dgm:pt>
    <dgm:pt modelId="{60EAAAFC-4E36-4755-B471-9EA646217DFA}" type="sibTrans" cxnId="{286A728A-9B43-4F41-9EC5-B4507B1ACF44}">
      <dgm:prSet/>
      <dgm:spPr/>
      <dgm:t>
        <a:bodyPr/>
        <a:lstStyle/>
        <a:p>
          <a:endParaRPr lang="en-US"/>
        </a:p>
      </dgm:t>
    </dgm:pt>
    <dgm:pt modelId="{AA2097F4-BBC0-4693-BC99-B64E4D8663E4}" type="pres">
      <dgm:prSet presAssocID="{0A625959-55E4-4331-B19C-A21F10DD21FD}" presName="root" presStyleCnt="0">
        <dgm:presLayoutVars>
          <dgm:dir/>
          <dgm:resizeHandles val="exact"/>
        </dgm:presLayoutVars>
      </dgm:prSet>
      <dgm:spPr/>
    </dgm:pt>
    <dgm:pt modelId="{20AC519B-E231-49FF-83FB-C9F00A2DC55E}" type="pres">
      <dgm:prSet presAssocID="{1619A447-5253-429E-B5E3-87AA1DCBB183}" presName="compNode" presStyleCnt="0"/>
      <dgm:spPr/>
    </dgm:pt>
    <dgm:pt modelId="{ED1501BD-0E9B-43E8-A45D-9307F05166B4}" type="pres">
      <dgm:prSet presAssocID="{1619A447-5253-429E-B5E3-87AA1DCBB183}" presName="iconBgRect" presStyleLbl="bgShp" presStyleIdx="0" presStyleCnt="3"/>
      <dgm:spPr/>
    </dgm:pt>
    <dgm:pt modelId="{C53A6A9B-5D1D-4610-BFF6-303CA5BE8AB8}" type="pres">
      <dgm:prSet presAssocID="{1619A447-5253-429E-B5E3-87AA1DCBB1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áfono"/>
        </a:ext>
      </dgm:extLst>
    </dgm:pt>
    <dgm:pt modelId="{7BB5CA36-82AD-470B-A544-B008BAB45837}" type="pres">
      <dgm:prSet presAssocID="{1619A447-5253-429E-B5E3-87AA1DCBB183}" presName="spaceRect" presStyleCnt="0"/>
      <dgm:spPr/>
    </dgm:pt>
    <dgm:pt modelId="{5482F0C5-10C2-4BBB-9077-7A959FCDD672}" type="pres">
      <dgm:prSet presAssocID="{1619A447-5253-429E-B5E3-87AA1DCBB183}" presName="textRect" presStyleLbl="revTx" presStyleIdx="0" presStyleCnt="3">
        <dgm:presLayoutVars>
          <dgm:chMax val="1"/>
          <dgm:chPref val="1"/>
        </dgm:presLayoutVars>
      </dgm:prSet>
      <dgm:spPr/>
    </dgm:pt>
    <dgm:pt modelId="{97DF88C8-A088-47FB-BD1B-0EE451D9E6A8}" type="pres">
      <dgm:prSet presAssocID="{DFAA1088-1501-4960-9F2A-B7E94646D4D6}" presName="sibTrans" presStyleCnt="0"/>
      <dgm:spPr/>
    </dgm:pt>
    <dgm:pt modelId="{C11D7C4E-19E9-4D35-8270-54748E31EB06}" type="pres">
      <dgm:prSet presAssocID="{B55A8A15-F13D-4371-813D-111DAEC383AC}" presName="compNode" presStyleCnt="0"/>
      <dgm:spPr/>
    </dgm:pt>
    <dgm:pt modelId="{B89A55A1-83E2-4536-8FA2-5662D2AA989A}" type="pres">
      <dgm:prSet presAssocID="{B55A8A15-F13D-4371-813D-111DAEC383AC}" presName="iconBgRect" presStyleLbl="bgShp" presStyleIdx="1" presStyleCnt="3"/>
      <dgm:spPr/>
    </dgm:pt>
    <dgm:pt modelId="{2E869B64-FB15-45F6-AF24-14AA3DEA97DB}" type="pres">
      <dgm:prSet presAssocID="{B55A8A15-F13D-4371-813D-111DAEC383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8C67626C-B89A-44F9-A0C3-0C0D6E35585D}" type="pres">
      <dgm:prSet presAssocID="{B55A8A15-F13D-4371-813D-111DAEC383AC}" presName="spaceRect" presStyleCnt="0"/>
      <dgm:spPr/>
    </dgm:pt>
    <dgm:pt modelId="{74CFC8A4-5A05-4290-B2FA-3E9D8183273E}" type="pres">
      <dgm:prSet presAssocID="{B55A8A15-F13D-4371-813D-111DAEC383AC}" presName="textRect" presStyleLbl="revTx" presStyleIdx="1" presStyleCnt="3">
        <dgm:presLayoutVars>
          <dgm:chMax val="1"/>
          <dgm:chPref val="1"/>
        </dgm:presLayoutVars>
      </dgm:prSet>
      <dgm:spPr/>
    </dgm:pt>
    <dgm:pt modelId="{64002164-F110-48B2-8CF4-73C8FF692DEE}" type="pres">
      <dgm:prSet presAssocID="{DF221FC0-9325-44F0-8696-6A5514809DBD}" presName="sibTrans" presStyleCnt="0"/>
      <dgm:spPr/>
    </dgm:pt>
    <dgm:pt modelId="{572900C6-6F06-44EC-BDA8-BDFB611399C7}" type="pres">
      <dgm:prSet presAssocID="{D8A0BC24-4E8C-426C-A032-DD6030B1EEF9}" presName="compNode" presStyleCnt="0"/>
      <dgm:spPr/>
    </dgm:pt>
    <dgm:pt modelId="{4620BC84-835B-4396-891A-867AEF6D799F}" type="pres">
      <dgm:prSet presAssocID="{D8A0BC24-4E8C-426C-A032-DD6030B1EEF9}" presName="iconBgRect" presStyleLbl="bgShp" presStyleIdx="2" presStyleCnt="3"/>
      <dgm:spPr/>
    </dgm:pt>
    <dgm:pt modelId="{AFF3C129-5A84-41B0-824B-E9950E942E2C}" type="pres">
      <dgm:prSet presAssocID="{D8A0BC24-4E8C-426C-A032-DD6030B1EEF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B71572E8-1044-4DB8-8EF0-F6D7B95BD6D8}" type="pres">
      <dgm:prSet presAssocID="{D8A0BC24-4E8C-426C-A032-DD6030B1EEF9}" presName="spaceRect" presStyleCnt="0"/>
      <dgm:spPr/>
    </dgm:pt>
    <dgm:pt modelId="{16816FC6-4C1B-474F-AAEB-E8B6F2C706F0}" type="pres">
      <dgm:prSet presAssocID="{D8A0BC24-4E8C-426C-A032-DD6030B1EEF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3CE8B0D-9275-4E78-B667-6C7D136D83AC}" srcId="{0A625959-55E4-4331-B19C-A21F10DD21FD}" destId="{B55A8A15-F13D-4371-813D-111DAEC383AC}" srcOrd="1" destOrd="0" parTransId="{84CA2032-D143-4BE4-A4EC-9BC7078C54FC}" sibTransId="{DF221FC0-9325-44F0-8696-6A5514809DBD}"/>
    <dgm:cxn modelId="{572B735D-F4E6-4977-9903-A0A76724CC91}" srcId="{0A625959-55E4-4331-B19C-A21F10DD21FD}" destId="{1619A447-5253-429E-B5E3-87AA1DCBB183}" srcOrd="0" destOrd="0" parTransId="{F63DAE58-7FF4-4FF8-BDDC-391383CB1C68}" sibTransId="{DFAA1088-1501-4960-9F2A-B7E94646D4D6}"/>
    <dgm:cxn modelId="{3658214D-942B-4D45-9624-9EAF47794461}" type="presOf" srcId="{B55A8A15-F13D-4371-813D-111DAEC383AC}" destId="{74CFC8A4-5A05-4290-B2FA-3E9D8183273E}" srcOrd="0" destOrd="0" presId="urn:microsoft.com/office/officeart/2018/5/layout/IconCircleLabelList"/>
    <dgm:cxn modelId="{793CCE75-0344-4290-8C2F-CFC40BA27BCD}" type="presOf" srcId="{D8A0BC24-4E8C-426C-A032-DD6030B1EEF9}" destId="{16816FC6-4C1B-474F-AAEB-E8B6F2C706F0}" srcOrd="0" destOrd="0" presId="urn:microsoft.com/office/officeart/2018/5/layout/IconCircleLabelList"/>
    <dgm:cxn modelId="{F4302686-2BCD-4F7F-BE9B-AE1FB929AB95}" type="presOf" srcId="{0A625959-55E4-4331-B19C-A21F10DD21FD}" destId="{AA2097F4-BBC0-4693-BC99-B64E4D8663E4}" srcOrd="0" destOrd="0" presId="urn:microsoft.com/office/officeart/2018/5/layout/IconCircleLabelList"/>
    <dgm:cxn modelId="{286A728A-9B43-4F41-9EC5-B4507B1ACF44}" srcId="{0A625959-55E4-4331-B19C-A21F10DD21FD}" destId="{D8A0BC24-4E8C-426C-A032-DD6030B1EEF9}" srcOrd="2" destOrd="0" parTransId="{B202F494-E7DC-41DB-BB36-DEFB8821BF95}" sibTransId="{60EAAAFC-4E36-4755-B471-9EA646217DFA}"/>
    <dgm:cxn modelId="{88D500E4-6133-4BE5-9BEE-CF9C7B09C1C1}" type="presOf" srcId="{1619A447-5253-429E-B5E3-87AA1DCBB183}" destId="{5482F0C5-10C2-4BBB-9077-7A959FCDD672}" srcOrd="0" destOrd="0" presId="urn:microsoft.com/office/officeart/2018/5/layout/IconCircleLabelList"/>
    <dgm:cxn modelId="{CEB7AEFF-0B36-4D2E-ABE7-3B654D9C020A}" type="presParOf" srcId="{AA2097F4-BBC0-4693-BC99-B64E4D8663E4}" destId="{20AC519B-E231-49FF-83FB-C9F00A2DC55E}" srcOrd="0" destOrd="0" presId="urn:microsoft.com/office/officeart/2018/5/layout/IconCircleLabelList"/>
    <dgm:cxn modelId="{7E930F36-EE7C-4E66-BD19-9D8435C39FF0}" type="presParOf" srcId="{20AC519B-E231-49FF-83FB-C9F00A2DC55E}" destId="{ED1501BD-0E9B-43E8-A45D-9307F05166B4}" srcOrd="0" destOrd="0" presId="urn:microsoft.com/office/officeart/2018/5/layout/IconCircleLabelList"/>
    <dgm:cxn modelId="{0D0BE5AC-4892-485A-B6D0-E80892D894CB}" type="presParOf" srcId="{20AC519B-E231-49FF-83FB-C9F00A2DC55E}" destId="{C53A6A9B-5D1D-4610-BFF6-303CA5BE8AB8}" srcOrd="1" destOrd="0" presId="urn:microsoft.com/office/officeart/2018/5/layout/IconCircleLabelList"/>
    <dgm:cxn modelId="{221EA0F1-A6C0-46BB-A8FD-0DAB0A3C065A}" type="presParOf" srcId="{20AC519B-E231-49FF-83FB-C9F00A2DC55E}" destId="{7BB5CA36-82AD-470B-A544-B008BAB45837}" srcOrd="2" destOrd="0" presId="urn:microsoft.com/office/officeart/2018/5/layout/IconCircleLabelList"/>
    <dgm:cxn modelId="{07B32872-9839-4F51-AB33-7FA96DDBE89B}" type="presParOf" srcId="{20AC519B-E231-49FF-83FB-C9F00A2DC55E}" destId="{5482F0C5-10C2-4BBB-9077-7A959FCDD672}" srcOrd="3" destOrd="0" presId="urn:microsoft.com/office/officeart/2018/5/layout/IconCircleLabelList"/>
    <dgm:cxn modelId="{185685C8-8CB0-4922-BE89-6699C88D7B16}" type="presParOf" srcId="{AA2097F4-BBC0-4693-BC99-B64E4D8663E4}" destId="{97DF88C8-A088-47FB-BD1B-0EE451D9E6A8}" srcOrd="1" destOrd="0" presId="urn:microsoft.com/office/officeart/2018/5/layout/IconCircleLabelList"/>
    <dgm:cxn modelId="{A954AC27-FB3E-4BC5-8264-141D47265514}" type="presParOf" srcId="{AA2097F4-BBC0-4693-BC99-B64E4D8663E4}" destId="{C11D7C4E-19E9-4D35-8270-54748E31EB06}" srcOrd="2" destOrd="0" presId="urn:microsoft.com/office/officeart/2018/5/layout/IconCircleLabelList"/>
    <dgm:cxn modelId="{9920A1EB-93CD-4391-9779-F6B9D60F3A03}" type="presParOf" srcId="{C11D7C4E-19E9-4D35-8270-54748E31EB06}" destId="{B89A55A1-83E2-4536-8FA2-5662D2AA989A}" srcOrd="0" destOrd="0" presId="urn:microsoft.com/office/officeart/2018/5/layout/IconCircleLabelList"/>
    <dgm:cxn modelId="{99C8986C-1F52-4E3B-A136-0B79AF6EE73A}" type="presParOf" srcId="{C11D7C4E-19E9-4D35-8270-54748E31EB06}" destId="{2E869B64-FB15-45F6-AF24-14AA3DEA97DB}" srcOrd="1" destOrd="0" presId="urn:microsoft.com/office/officeart/2018/5/layout/IconCircleLabelList"/>
    <dgm:cxn modelId="{33B2D6DB-DE81-4EF9-BFC1-ED07B6709851}" type="presParOf" srcId="{C11D7C4E-19E9-4D35-8270-54748E31EB06}" destId="{8C67626C-B89A-44F9-A0C3-0C0D6E35585D}" srcOrd="2" destOrd="0" presId="urn:microsoft.com/office/officeart/2018/5/layout/IconCircleLabelList"/>
    <dgm:cxn modelId="{C56321A2-EE57-4FD8-90EB-1888CB77D305}" type="presParOf" srcId="{C11D7C4E-19E9-4D35-8270-54748E31EB06}" destId="{74CFC8A4-5A05-4290-B2FA-3E9D8183273E}" srcOrd="3" destOrd="0" presId="urn:microsoft.com/office/officeart/2018/5/layout/IconCircleLabelList"/>
    <dgm:cxn modelId="{2EC67C02-E43D-4A3E-92C4-C59F284B46C7}" type="presParOf" srcId="{AA2097F4-BBC0-4693-BC99-B64E4D8663E4}" destId="{64002164-F110-48B2-8CF4-73C8FF692DEE}" srcOrd="3" destOrd="0" presId="urn:microsoft.com/office/officeart/2018/5/layout/IconCircleLabelList"/>
    <dgm:cxn modelId="{69CC45DD-46F6-4592-B74C-02C29AF042EC}" type="presParOf" srcId="{AA2097F4-BBC0-4693-BC99-B64E4D8663E4}" destId="{572900C6-6F06-44EC-BDA8-BDFB611399C7}" srcOrd="4" destOrd="0" presId="urn:microsoft.com/office/officeart/2018/5/layout/IconCircleLabelList"/>
    <dgm:cxn modelId="{DECF6919-19B0-4C7F-8BD0-32422B03366E}" type="presParOf" srcId="{572900C6-6F06-44EC-BDA8-BDFB611399C7}" destId="{4620BC84-835B-4396-891A-867AEF6D799F}" srcOrd="0" destOrd="0" presId="urn:microsoft.com/office/officeart/2018/5/layout/IconCircleLabelList"/>
    <dgm:cxn modelId="{ADBAC951-CC6E-4475-A69C-D8A0F449A679}" type="presParOf" srcId="{572900C6-6F06-44EC-BDA8-BDFB611399C7}" destId="{AFF3C129-5A84-41B0-824B-E9950E942E2C}" srcOrd="1" destOrd="0" presId="urn:microsoft.com/office/officeart/2018/5/layout/IconCircleLabelList"/>
    <dgm:cxn modelId="{C28AC280-3067-4513-9B43-97E2443C0F35}" type="presParOf" srcId="{572900C6-6F06-44EC-BDA8-BDFB611399C7}" destId="{B71572E8-1044-4DB8-8EF0-F6D7B95BD6D8}" srcOrd="2" destOrd="0" presId="urn:microsoft.com/office/officeart/2018/5/layout/IconCircleLabelList"/>
    <dgm:cxn modelId="{C121E701-D272-45CD-9BEB-8502CF31BD45}" type="presParOf" srcId="{572900C6-6F06-44EC-BDA8-BDFB611399C7}" destId="{16816FC6-4C1B-474F-AAEB-E8B6F2C706F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8A0618-5B64-4B27-B069-1EAA97C51298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50F3963-939C-4F6C-BF40-7ECBF59A899F}">
      <dgm:prSet/>
      <dgm:spPr/>
      <dgm:t>
        <a:bodyPr/>
        <a:lstStyle/>
        <a:p>
          <a:r>
            <a:rPr lang="es-EC"/>
            <a:t>Regla Simple:</a:t>
          </a:r>
          <a:endParaRPr lang="en-US"/>
        </a:p>
      </dgm:t>
    </dgm:pt>
    <dgm:pt modelId="{0D2E12E7-D8C3-41F2-8ABE-29132D8C5040}" type="parTrans" cxnId="{C75B6370-F3CD-4164-B473-578E3909A0A5}">
      <dgm:prSet/>
      <dgm:spPr/>
      <dgm:t>
        <a:bodyPr/>
        <a:lstStyle/>
        <a:p>
          <a:endParaRPr lang="en-US"/>
        </a:p>
      </dgm:t>
    </dgm:pt>
    <dgm:pt modelId="{0A594453-83DC-4FF4-86EB-40507BB8F6A2}" type="sibTrans" cxnId="{C75B6370-F3CD-4164-B473-578E3909A0A5}">
      <dgm:prSet/>
      <dgm:spPr/>
      <dgm:t>
        <a:bodyPr/>
        <a:lstStyle/>
        <a:p>
          <a:endParaRPr lang="en-US"/>
        </a:p>
      </dgm:t>
    </dgm:pt>
    <dgm:pt modelId="{74DB01EA-830B-4340-87A1-DB17AE0FF06E}">
      <dgm:prSet/>
      <dgm:spPr/>
      <dgm:t>
        <a:bodyPr/>
        <a:lstStyle/>
        <a:p>
          <a:r>
            <a:rPr lang="es-EC"/>
            <a:t>Mientras mejor escribas, más exacto seas, mejor resultados.</a:t>
          </a:r>
          <a:endParaRPr lang="en-US"/>
        </a:p>
      </dgm:t>
    </dgm:pt>
    <dgm:pt modelId="{9F563B0D-F4E7-4D74-B433-FB0AF5810E0F}" type="parTrans" cxnId="{41088B1B-47CF-49E6-90EF-C295C9091BA0}">
      <dgm:prSet/>
      <dgm:spPr/>
      <dgm:t>
        <a:bodyPr/>
        <a:lstStyle/>
        <a:p>
          <a:endParaRPr lang="en-US"/>
        </a:p>
      </dgm:t>
    </dgm:pt>
    <dgm:pt modelId="{AB608858-91B7-4752-97F5-E863E89C0E18}" type="sibTrans" cxnId="{41088B1B-47CF-49E6-90EF-C295C9091BA0}">
      <dgm:prSet/>
      <dgm:spPr/>
      <dgm:t>
        <a:bodyPr/>
        <a:lstStyle/>
        <a:p>
          <a:endParaRPr lang="en-US"/>
        </a:p>
      </dgm:t>
    </dgm:pt>
    <dgm:pt modelId="{6F462B7E-AF7E-47BB-99D9-03DFA9CF5202}">
      <dgm:prSet/>
      <dgm:spPr/>
      <dgm:t>
        <a:bodyPr/>
        <a:lstStyle/>
        <a:p>
          <a:r>
            <a:rPr lang="es-EC"/>
            <a:t>Ejemplos:</a:t>
          </a:r>
          <a:endParaRPr lang="en-US"/>
        </a:p>
      </dgm:t>
    </dgm:pt>
    <dgm:pt modelId="{182CFDE8-9E6A-4D01-84F9-E8952C1B2956}" type="parTrans" cxnId="{B2459D8D-C6E7-4E54-89EE-2586B4BF0203}">
      <dgm:prSet/>
      <dgm:spPr/>
      <dgm:t>
        <a:bodyPr/>
        <a:lstStyle/>
        <a:p>
          <a:endParaRPr lang="en-US"/>
        </a:p>
      </dgm:t>
    </dgm:pt>
    <dgm:pt modelId="{34A033E2-4140-49FE-ACC4-AF5E788D16B1}" type="sibTrans" cxnId="{B2459D8D-C6E7-4E54-89EE-2586B4BF0203}">
      <dgm:prSet/>
      <dgm:spPr/>
      <dgm:t>
        <a:bodyPr/>
        <a:lstStyle/>
        <a:p>
          <a:endParaRPr lang="en-US"/>
        </a:p>
      </dgm:t>
    </dgm:pt>
    <dgm:pt modelId="{B06A4457-C5C3-4834-94BA-1E308226F4F8}">
      <dgm:prSet/>
      <dgm:spPr/>
      <dgm:t>
        <a:bodyPr/>
        <a:lstStyle/>
        <a:p>
          <a:r>
            <a:rPr lang="es-EC"/>
            <a:t>“Clima en Guayaquil”</a:t>
          </a:r>
          <a:endParaRPr lang="en-US"/>
        </a:p>
      </dgm:t>
    </dgm:pt>
    <dgm:pt modelId="{C16BE4E2-AD12-40D3-9532-FA058E703058}" type="parTrans" cxnId="{38FBA799-20FC-40A6-B09A-0EC94477C2E8}">
      <dgm:prSet/>
      <dgm:spPr/>
      <dgm:t>
        <a:bodyPr/>
        <a:lstStyle/>
        <a:p>
          <a:endParaRPr lang="en-US"/>
        </a:p>
      </dgm:t>
    </dgm:pt>
    <dgm:pt modelId="{ACD87059-D1A5-45AC-BC57-2FB0F277950F}" type="sibTrans" cxnId="{38FBA799-20FC-40A6-B09A-0EC94477C2E8}">
      <dgm:prSet/>
      <dgm:spPr/>
      <dgm:t>
        <a:bodyPr/>
        <a:lstStyle/>
        <a:p>
          <a:endParaRPr lang="en-US"/>
        </a:p>
      </dgm:t>
    </dgm:pt>
    <dgm:pt modelId="{CBD91CD3-6EA1-4C79-9220-6057DAFAFB5E}">
      <dgm:prSet/>
      <dgm:spPr/>
      <dgm:t>
        <a:bodyPr/>
        <a:lstStyle/>
        <a:p>
          <a:r>
            <a:rPr lang="es-EC"/>
            <a:t>“</a:t>
          </a:r>
          <a:r>
            <a:rPr lang="es-ES"/>
            <a:t>Cómo hacer arroz con pollo</a:t>
          </a:r>
          <a:r>
            <a:rPr lang="es-EC"/>
            <a:t>”</a:t>
          </a:r>
          <a:endParaRPr lang="en-US"/>
        </a:p>
      </dgm:t>
    </dgm:pt>
    <dgm:pt modelId="{1CC9F4FD-56FD-41E8-85E0-8F124714A32F}" type="parTrans" cxnId="{52D81AC9-5336-4462-8A57-B320E61A619E}">
      <dgm:prSet/>
      <dgm:spPr/>
      <dgm:t>
        <a:bodyPr/>
        <a:lstStyle/>
        <a:p>
          <a:endParaRPr lang="en-US"/>
        </a:p>
      </dgm:t>
    </dgm:pt>
    <dgm:pt modelId="{AE0A4BD0-3E55-446F-A1EF-DB7B9A5FF3D7}" type="sibTrans" cxnId="{52D81AC9-5336-4462-8A57-B320E61A619E}">
      <dgm:prSet/>
      <dgm:spPr/>
      <dgm:t>
        <a:bodyPr/>
        <a:lstStyle/>
        <a:p>
          <a:endParaRPr lang="en-US"/>
        </a:p>
      </dgm:t>
    </dgm:pt>
    <dgm:pt modelId="{9457849B-AF39-491C-851F-B3266258EED5}">
      <dgm:prSet/>
      <dgm:spPr/>
      <dgm:t>
        <a:bodyPr/>
        <a:lstStyle/>
        <a:p>
          <a:r>
            <a:rPr lang="es-EC"/>
            <a:t>Usar Pocas Palabras:</a:t>
          </a:r>
          <a:endParaRPr lang="en-US"/>
        </a:p>
      </dgm:t>
    </dgm:pt>
    <dgm:pt modelId="{BD1F28DA-51CB-4609-95FF-38BEFBF2D11E}" type="parTrans" cxnId="{C2D04B1A-DBA4-417D-8B19-24D38282E46B}">
      <dgm:prSet/>
      <dgm:spPr/>
      <dgm:t>
        <a:bodyPr/>
        <a:lstStyle/>
        <a:p>
          <a:endParaRPr lang="en-US"/>
        </a:p>
      </dgm:t>
    </dgm:pt>
    <dgm:pt modelId="{5E860F97-CAC4-4F67-B630-F9EF9B607011}" type="sibTrans" cxnId="{C2D04B1A-DBA4-417D-8B19-24D38282E46B}">
      <dgm:prSet/>
      <dgm:spPr/>
      <dgm:t>
        <a:bodyPr/>
        <a:lstStyle/>
        <a:p>
          <a:endParaRPr lang="en-US"/>
        </a:p>
      </dgm:t>
    </dgm:pt>
    <dgm:pt modelId="{17012C04-8129-4226-BF31-B32C36CB3762}">
      <dgm:prSet/>
      <dgm:spPr/>
      <dgm:t>
        <a:bodyPr/>
        <a:lstStyle/>
        <a:p>
          <a:r>
            <a:rPr lang="es-ES"/>
            <a:t>✅ “turno pasaporte Ecuador”</a:t>
          </a:r>
          <a:br>
            <a:rPr lang="es-ES"/>
          </a:br>
          <a:r>
            <a:rPr lang="es-ES"/>
            <a:t>❌ “quiero sacar el pasaporte y no sé qué hacer porque…”</a:t>
          </a:r>
          <a:endParaRPr lang="en-US"/>
        </a:p>
      </dgm:t>
    </dgm:pt>
    <dgm:pt modelId="{FFB2A5A3-B430-4DD5-AFAA-14B6E9F6B9FB}" type="parTrans" cxnId="{407D574A-5854-42BB-A894-62CB3D67547E}">
      <dgm:prSet/>
      <dgm:spPr/>
      <dgm:t>
        <a:bodyPr/>
        <a:lstStyle/>
        <a:p>
          <a:endParaRPr lang="en-US"/>
        </a:p>
      </dgm:t>
    </dgm:pt>
    <dgm:pt modelId="{FB614889-602F-443E-9796-86A7CAF7CEA2}" type="sibTrans" cxnId="{407D574A-5854-42BB-A894-62CB3D67547E}">
      <dgm:prSet/>
      <dgm:spPr/>
      <dgm:t>
        <a:bodyPr/>
        <a:lstStyle/>
        <a:p>
          <a:endParaRPr lang="en-US"/>
        </a:p>
      </dgm:t>
    </dgm:pt>
    <dgm:pt modelId="{0DB04023-F93C-4294-A691-CC7D33FA819A}" type="pres">
      <dgm:prSet presAssocID="{378A0618-5B64-4B27-B069-1EAA97C51298}" presName="Name0" presStyleCnt="0">
        <dgm:presLayoutVars>
          <dgm:dir/>
          <dgm:animLvl val="lvl"/>
          <dgm:resizeHandles val="exact"/>
        </dgm:presLayoutVars>
      </dgm:prSet>
      <dgm:spPr/>
    </dgm:pt>
    <dgm:pt modelId="{6572654B-4397-42FA-9EE1-626E3FFB581F}" type="pres">
      <dgm:prSet presAssocID="{850F3963-939C-4F6C-BF40-7ECBF59A899F}" presName="composite" presStyleCnt="0"/>
      <dgm:spPr/>
    </dgm:pt>
    <dgm:pt modelId="{D488B1F8-8C74-4BD2-A8BE-4CA5E7CD99E9}" type="pres">
      <dgm:prSet presAssocID="{850F3963-939C-4F6C-BF40-7ECBF59A899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2528F3C-113F-4EA7-A85A-81EAE7385D3B}" type="pres">
      <dgm:prSet presAssocID="{850F3963-939C-4F6C-BF40-7ECBF59A899F}" presName="desTx" presStyleLbl="alignAccFollowNode1" presStyleIdx="0" presStyleCnt="3">
        <dgm:presLayoutVars>
          <dgm:bulletEnabled val="1"/>
        </dgm:presLayoutVars>
      </dgm:prSet>
      <dgm:spPr/>
    </dgm:pt>
    <dgm:pt modelId="{A7056E78-6B7C-4F1A-B01C-DC48ED1A2DF9}" type="pres">
      <dgm:prSet presAssocID="{0A594453-83DC-4FF4-86EB-40507BB8F6A2}" presName="space" presStyleCnt="0"/>
      <dgm:spPr/>
    </dgm:pt>
    <dgm:pt modelId="{9C24E2BB-AE35-4817-8A84-4C89C07E360C}" type="pres">
      <dgm:prSet presAssocID="{6F462B7E-AF7E-47BB-99D9-03DFA9CF5202}" presName="composite" presStyleCnt="0"/>
      <dgm:spPr/>
    </dgm:pt>
    <dgm:pt modelId="{7E665C51-8122-4C1F-BAA1-2B1DA7B76C72}" type="pres">
      <dgm:prSet presAssocID="{6F462B7E-AF7E-47BB-99D9-03DFA9CF520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0FB3BD8-845F-492B-AD5D-27CD7B9BD1C7}" type="pres">
      <dgm:prSet presAssocID="{6F462B7E-AF7E-47BB-99D9-03DFA9CF5202}" presName="desTx" presStyleLbl="alignAccFollowNode1" presStyleIdx="1" presStyleCnt="3">
        <dgm:presLayoutVars>
          <dgm:bulletEnabled val="1"/>
        </dgm:presLayoutVars>
      </dgm:prSet>
      <dgm:spPr/>
    </dgm:pt>
    <dgm:pt modelId="{525BE686-8F0B-4612-979F-B17455F9D899}" type="pres">
      <dgm:prSet presAssocID="{34A033E2-4140-49FE-ACC4-AF5E788D16B1}" presName="space" presStyleCnt="0"/>
      <dgm:spPr/>
    </dgm:pt>
    <dgm:pt modelId="{880D26A7-AD65-44FE-AF11-CB99B576875F}" type="pres">
      <dgm:prSet presAssocID="{9457849B-AF39-491C-851F-B3266258EED5}" presName="composite" presStyleCnt="0"/>
      <dgm:spPr/>
    </dgm:pt>
    <dgm:pt modelId="{D6FBC52D-8B62-4BD2-B8CD-0F6C85968CA0}" type="pres">
      <dgm:prSet presAssocID="{9457849B-AF39-491C-851F-B3266258EED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44403EC-8542-45BB-A229-249150D72A49}" type="pres">
      <dgm:prSet presAssocID="{9457849B-AF39-491C-851F-B3266258EED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7256D0A-DD06-4534-98C2-5F0152B086EF}" type="presOf" srcId="{9457849B-AF39-491C-851F-B3266258EED5}" destId="{D6FBC52D-8B62-4BD2-B8CD-0F6C85968CA0}" srcOrd="0" destOrd="0" presId="urn:microsoft.com/office/officeart/2005/8/layout/hList1"/>
    <dgm:cxn modelId="{C2D04B1A-DBA4-417D-8B19-24D38282E46B}" srcId="{378A0618-5B64-4B27-B069-1EAA97C51298}" destId="{9457849B-AF39-491C-851F-B3266258EED5}" srcOrd="2" destOrd="0" parTransId="{BD1F28DA-51CB-4609-95FF-38BEFBF2D11E}" sibTransId="{5E860F97-CAC4-4F67-B630-F9EF9B607011}"/>
    <dgm:cxn modelId="{41088B1B-47CF-49E6-90EF-C295C9091BA0}" srcId="{850F3963-939C-4F6C-BF40-7ECBF59A899F}" destId="{74DB01EA-830B-4340-87A1-DB17AE0FF06E}" srcOrd="0" destOrd="0" parTransId="{9F563B0D-F4E7-4D74-B433-FB0AF5810E0F}" sibTransId="{AB608858-91B7-4752-97F5-E863E89C0E18}"/>
    <dgm:cxn modelId="{7B36A046-6E66-4FC0-ABD2-18B76144D0D3}" type="presOf" srcId="{74DB01EA-830B-4340-87A1-DB17AE0FF06E}" destId="{22528F3C-113F-4EA7-A85A-81EAE7385D3B}" srcOrd="0" destOrd="0" presId="urn:microsoft.com/office/officeart/2005/8/layout/hList1"/>
    <dgm:cxn modelId="{407D574A-5854-42BB-A894-62CB3D67547E}" srcId="{9457849B-AF39-491C-851F-B3266258EED5}" destId="{17012C04-8129-4226-BF31-B32C36CB3762}" srcOrd="0" destOrd="0" parTransId="{FFB2A5A3-B430-4DD5-AFAA-14B6E9F6B9FB}" sibTransId="{FB614889-602F-443E-9796-86A7CAF7CEA2}"/>
    <dgm:cxn modelId="{C75B6370-F3CD-4164-B473-578E3909A0A5}" srcId="{378A0618-5B64-4B27-B069-1EAA97C51298}" destId="{850F3963-939C-4F6C-BF40-7ECBF59A899F}" srcOrd="0" destOrd="0" parTransId="{0D2E12E7-D8C3-41F2-8ABE-29132D8C5040}" sibTransId="{0A594453-83DC-4FF4-86EB-40507BB8F6A2}"/>
    <dgm:cxn modelId="{1825A37C-B3BB-4C0E-9B32-AD64A7FE05D9}" type="presOf" srcId="{CBD91CD3-6EA1-4C79-9220-6057DAFAFB5E}" destId="{90FB3BD8-845F-492B-AD5D-27CD7B9BD1C7}" srcOrd="0" destOrd="1" presId="urn:microsoft.com/office/officeart/2005/8/layout/hList1"/>
    <dgm:cxn modelId="{F6AAEC82-FB27-43EE-998C-86FAF6846743}" type="presOf" srcId="{850F3963-939C-4F6C-BF40-7ECBF59A899F}" destId="{D488B1F8-8C74-4BD2-A8BE-4CA5E7CD99E9}" srcOrd="0" destOrd="0" presId="urn:microsoft.com/office/officeart/2005/8/layout/hList1"/>
    <dgm:cxn modelId="{B2459D8D-C6E7-4E54-89EE-2586B4BF0203}" srcId="{378A0618-5B64-4B27-B069-1EAA97C51298}" destId="{6F462B7E-AF7E-47BB-99D9-03DFA9CF5202}" srcOrd="1" destOrd="0" parTransId="{182CFDE8-9E6A-4D01-84F9-E8952C1B2956}" sibTransId="{34A033E2-4140-49FE-ACC4-AF5E788D16B1}"/>
    <dgm:cxn modelId="{38FBA799-20FC-40A6-B09A-0EC94477C2E8}" srcId="{6F462B7E-AF7E-47BB-99D9-03DFA9CF5202}" destId="{B06A4457-C5C3-4834-94BA-1E308226F4F8}" srcOrd="0" destOrd="0" parTransId="{C16BE4E2-AD12-40D3-9532-FA058E703058}" sibTransId="{ACD87059-D1A5-45AC-BC57-2FB0F277950F}"/>
    <dgm:cxn modelId="{EDEB13BB-4CC3-4525-A252-E569D1115551}" type="presOf" srcId="{17012C04-8129-4226-BF31-B32C36CB3762}" destId="{044403EC-8542-45BB-A229-249150D72A49}" srcOrd="0" destOrd="0" presId="urn:microsoft.com/office/officeart/2005/8/layout/hList1"/>
    <dgm:cxn modelId="{52D81AC9-5336-4462-8A57-B320E61A619E}" srcId="{6F462B7E-AF7E-47BB-99D9-03DFA9CF5202}" destId="{CBD91CD3-6EA1-4C79-9220-6057DAFAFB5E}" srcOrd="1" destOrd="0" parTransId="{1CC9F4FD-56FD-41E8-85E0-8F124714A32F}" sibTransId="{AE0A4BD0-3E55-446F-A1EF-DB7B9A5FF3D7}"/>
    <dgm:cxn modelId="{0B357CD9-5A65-4E9E-ACA3-E1F676E967DF}" type="presOf" srcId="{B06A4457-C5C3-4834-94BA-1E308226F4F8}" destId="{90FB3BD8-845F-492B-AD5D-27CD7B9BD1C7}" srcOrd="0" destOrd="0" presId="urn:microsoft.com/office/officeart/2005/8/layout/hList1"/>
    <dgm:cxn modelId="{A18A13E5-F321-4C75-B0AC-42CE1C1AF925}" type="presOf" srcId="{6F462B7E-AF7E-47BB-99D9-03DFA9CF5202}" destId="{7E665C51-8122-4C1F-BAA1-2B1DA7B76C72}" srcOrd="0" destOrd="0" presId="urn:microsoft.com/office/officeart/2005/8/layout/hList1"/>
    <dgm:cxn modelId="{622AB6EF-652E-4105-A96F-40BFFE288F43}" type="presOf" srcId="{378A0618-5B64-4B27-B069-1EAA97C51298}" destId="{0DB04023-F93C-4294-A691-CC7D33FA819A}" srcOrd="0" destOrd="0" presId="urn:microsoft.com/office/officeart/2005/8/layout/hList1"/>
    <dgm:cxn modelId="{E5B4AC3B-3B2C-4A40-9317-AFFCDF75B9AF}" type="presParOf" srcId="{0DB04023-F93C-4294-A691-CC7D33FA819A}" destId="{6572654B-4397-42FA-9EE1-626E3FFB581F}" srcOrd="0" destOrd="0" presId="urn:microsoft.com/office/officeart/2005/8/layout/hList1"/>
    <dgm:cxn modelId="{C952E773-B689-426A-AC96-F75731F68F57}" type="presParOf" srcId="{6572654B-4397-42FA-9EE1-626E3FFB581F}" destId="{D488B1F8-8C74-4BD2-A8BE-4CA5E7CD99E9}" srcOrd="0" destOrd="0" presId="urn:microsoft.com/office/officeart/2005/8/layout/hList1"/>
    <dgm:cxn modelId="{879B159D-FF65-467F-AC65-A68A1A63A247}" type="presParOf" srcId="{6572654B-4397-42FA-9EE1-626E3FFB581F}" destId="{22528F3C-113F-4EA7-A85A-81EAE7385D3B}" srcOrd="1" destOrd="0" presId="urn:microsoft.com/office/officeart/2005/8/layout/hList1"/>
    <dgm:cxn modelId="{5065D8A8-BE93-451D-84FE-CB7FB040A9C6}" type="presParOf" srcId="{0DB04023-F93C-4294-A691-CC7D33FA819A}" destId="{A7056E78-6B7C-4F1A-B01C-DC48ED1A2DF9}" srcOrd="1" destOrd="0" presId="urn:microsoft.com/office/officeart/2005/8/layout/hList1"/>
    <dgm:cxn modelId="{D0686C43-EFBA-4349-B2E2-AE7686EC24B5}" type="presParOf" srcId="{0DB04023-F93C-4294-A691-CC7D33FA819A}" destId="{9C24E2BB-AE35-4817-8A84-4C89C07E360C}" srcOrd="2" destOrd="0" presId="urn:microsoft.com/office/officeart/2005/8/layout/hList1"/>
    <dgm:cxn modelId="{AF374B52-86DC-494A-AE36-414E1BECBA80}" type="presParOf" srcId="{9C24E2BB-AE35-4817-8A84-4C89C07E360C}" destId="{7E665C51-8122-4C1F-BAA1-2B1DA7B76C72}" srcOrd="0" destOrd="0" presId="urn:microsoft.com/office/officeart/2005/8/layout/hList1"/>
    <dgm:cxn modelId="{293F5029-3A11-43B2-8FEF-A0746445E676}" type="presParOf" srcId="{9C24E2BB-AE35-4817-8A84-4C89C07E360C}" destId="{90FB3BD8-845F-492B-AD5D-27CD7B9BD1C7}" srcOrd="1" destOrd="0" presId="urn:microsoft.com/office/officeart/2005/8/layout/hList1"/>
    <dgm:cxn modelId="{D0525A72-5CF8-4993-83C8-87F79FA04D02}" type="presParOf" srcId="{0DB04023-F93C-4294-A691-CC7D33FA819A}" destId="{525BE686-8F0B-4612-979F-B17455F9D899}" srcOrd="3" destOrd="0" presId="urn:microsoft.com/office/officeart/2005/8/layout/hList1"/>
    <dgm:cxn modelId="{C9C32AF9-DA3A-4D7F-90A5-EF136D282837}" type="presParOf" srcId="{0DB04023-F93C-4294-A691-CC7D33FA819A}" destId="{880D26A7-AD65-44FE-AF11-CB99B576875F}" srcOrd="4" destOrd="0" presId="urn:microsoft.com/office/officeart/2005/8/layout/hList1"/>
    <dgm:cxn modelId="{A4727A40-A9C4-42CF-8404-EE01BFDE5F3F}" type="presParOf" srcId="{880D26A7-AD65-44FE-AF11-CB99B576875F}" destId="{D6FBC52D-8B62-4BD2-B8CD-0F6C85968CA0}" srcOrd="0" destOrd="0" presId="urn:microsoft.com/office/officeart/2005/8/layout/hList1"/>
    <dgm:cxn modelId="{0C94F56E-8CEC-473B-9417-9D704D997A3D}" type="presParOf" srcId="{880D26A7-AD65-44FE-AF11-CB99B576875F}" destId="{044403EC-8542-45BB-A229-249150D72A4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9FB8AC-8F68-4375-AA3C-0B083659C06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s-EC"/>
        </a:p>
      </dgm:t>
    </dgm:pt>
    <dgm:pt modelId="{2B8F6B5B-3E81-43FE-A9A7-483BC02122E6}">
      <dgm:prSet phldrT="[Texto]"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C"/>
            <a:t>Página Confiable</a:t>
          </a:r>
        </a:p>
      </dgm:t>
    </dgm:pt>
    <dgm:pt modelId="{473F6D48-F4A3-4F70-95D4-DCF525F5AC11}" type="parTrans" cxnId="{65F17E05-42A9-429E-8302-9997013A2C98}">
      <dgm:prSet/>
      <dgm:spPr/>
      <dgm:t>
        <a:bodyPr/>
        <a:lstStyle/>
        <a:p>
          <a:endParaRPr lang="es-EC"/>
        </a:p>
      </dgm:t>
    </dgm:pt>
    <dgm:pt modelId="{63D845FF-BE2E-45E9-9855-420752C8DBE3}" type="sibTrans" cxnId="{65F17E05-42A9-429E-8302-9997013A2C98}">
      <dgm:prSet/>
      <dgm:spPr/>
      <dgm:t>
        <a:bodyPr/>
        <a:lstStyle/>
        <a:p>
          <a:endParaRPr lang="es-EC"/>
        </a:p>
      </dgm:t>
    </dgm:pt>
    <dgm:pt modelId="{9F69AAA8-702F-48A9-B2A7-0EFBC9F4D177}">
      <dgm:prSet/>
      <dgm:spPr/>
      <dgm:t>
        <a:bodyPr/>
        <a:lstStyle/>
        <a:p>
          <a:pPr>
            <a:lnSpc>
              <a:spcPct val="100000"/>
            </a:lnSpc>
          </a:pPr>
          <a:r>
            <a:rPr lang="es-EC"/>
            <a:t>Tiene nombre </a:t>
          </a:r>
          <a:r>
            <a:rPr lang="es-ES"/>
            <a:t>conocido: gob.ec, bancos reales, marcas oficiales</a:t>
          </a:r>
          <a:endParaRPr lang="es-EC"/>
        </a:p>
      </dgm:t>
    </dgm:pt>
    <dgm:pt modelId="{FB583B10-487F-42BE-913D-A264402E5387}" type="parTrans" cxnId="{4293D2FC-BA90-4538-A2CE-AAD5502B0AF1}">
      <dgm:prSet/>
      <dgm:spPr/>
      <dgm:t>
        <a:bodyPr/>
        <a:lstStyle/>
        <a:p>
          <a:endParaRPr lang="es-EC"/>
        </a:p>
      </dgm:t>
    </dgm:pt>
    <dgm:pt modelId="{9872959F-6FF6-4E33-9E7B-5FCF8BF75353}" type="sibTrans" cxnId="{4293D2FC-BA90-4538-A2CE-AAD5502B0AF1}">
      <dgm:prSet/>
      <dgm:spPr/>
      <dgm:t>
        <a:bodyPr/>
        <a:lstStyle/>
        <a:p>
          <a:endParaRPr lang="es-EC"/>
        </a:p>
      </dgm:t>
    </dgm:pt>
    <dgm:pt modelId="{EE51080D-4C13-47F2-A7C8-42DA131DE2E8}">
      <dgm:prSet phldrT="[Texto]"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C"/>
            <a:t>Señales de Peligro</a:t>
          </a:r>
        </a:p>
      </dgm:t>
    </dgm:pt>
    <dgm:pt modelId="{E38C3233-A38A-440A-ABB5-DAE49BEA1820}" type="parTrans" cxnId="{6485E99C-DD38-4F04-A3C5-8F0011A74365}">
      <dgm:prSet/>
      <dgm:spPr/>
      <dgm:t>
        <a:bodyPr/>
        <a:lstStyle/>
        <a:p>
          <a:endParaRPr lang="es-EC"/>
        </a:p>
      </dgm:t>
    </dgm:pt>
    <dgm:pt modelId="{4DFB247B-1043-4988-8C41-4DBDF9BBB188}" type="sibTrans" cxnId="{6485E99C-DD38-4F04-A3C5-8F0011A74365}">
      <dgm:prSet/>
      <dgm:spPr/>
      <dgm:t>
        <a:bodyPr/>
        <a:lstStyle/>
        <a:p>
          <a:endParaRPr lang="es-EC"/>
        </a:p>
      </dgm:t>
    </dgm:pt>
    <dgm:pt modelId="{3A24FFF2-4458-4D39-95B4-CFED744ACD12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EC" dirty="0"/>
            <a:t>“Ganaste un premio”</a:t>
          </a:r>
        </a:p>
      </dgm:t>
    </dgm:pt>
    <dgm:pt modelId="{3ABEC73C-F301-40D4-BBF4-30E42E02FD1F}" type="parTrans" cxnId="{234CDAF8-6D54-4B24-BF07-6380FBF5EC22}">
      <dgm:prSet/>
      <dgm:spPr/>
      <dgm:t>
        <a:bodyPr/>
        <a:lstStyle/>
        <a:p>
          <a:endParaRPr lang="es-EC"/>
        </a:p>
      </dgm:t>
    </dgm:pt>
    <dgm:pt modelId="{F4958604-3A32-4050-9272-75B8BEC9EF5E}" type="sibTrans" cxnId="{234CDAF8-6D54-4B24-BF07-6380FBF5EC22}">
      <dgm:prSet/>
      <dgm:spPr/>
      <dgm:t>
        <a:bodyPr/>
        <a:lstStyle/>
        <a:p>
          <a:endParaRPr lang="es-EC"/>
        </a:p>
      </dgm:t>
    </dgm:pt>
    <dgm:pt modelId="{252C07D3-75C7-4AE3-BE37-57956293C6F4}">
      <dgm:prSet/>
      <dgm:spPr/>
      <dgm:t>
        <a:bodyPr/>
        <a:lstStyle/>
        <a:p>
          <a:pPr>
            <a:lnSpc>
              <a:spcPct val="100000"/>
            </a:lnSpc>
          </a:pPr>
          <a:r>
            <a:rPr lang="es-EC"/>
            <a:t>Tiene dirección clara</a:t>
          </a:r>
        </a:p>
      </dgm:t>
    </dgm:pt>
    <dgm:pt modelId="{668D3EB3-843F-4CEA-91CB-601B514AF581}" type="parTrans" cxnId="{5D6365A7-5476-44ED-930F-AC7DE532DBE2}">
      <dgm:prSet/>
      <dgm:spPr/>
      <dgm:t>
        <a:bodyPr/>
        <a:lstStyle/>
        <a:p>
          <a:endParaRPr lang="es-EC"/>
        </a:p>
      </dgm:t>
    </dgm:pt>
    <dgm:pt modelId="{E861DCCF-6030-4B26-B300-E4608F29DAC4}" type="sibTrans" cxnId="{5D6365A7-5476-44ED-930F-AC7DE532DBE2}">
      <dgm:prSet/>
      <dgm:spPr/>
      <dgm:t>
        <a:bodyPr/>
        <a:lstStyle/>
        <a:p>
          <a:endParaRPr lang="es-EC"/>
        </a:p>
      </dgm:t>
    </dgm:pt>
    <dgm:pt modelId="{D4EBAB66-EC14-4228-9BB4-D464556050CA}">
      <dgm:prSet/>
      <dgm:spPr/>
      <dgm:t>
        <a:bodyPr/>
        <a:lstStyle/>
        <a:p>
          <a:pPr>
            <a:lnSpc>
              <a:spcPct val="100000"/>
            </a:lnSpc>
          </a:pPr>
          <a:r>
            <a:rPr lang="es-EC"/>
            <a:t>No pide datos raros sin sentidos</a:t>
          </a:r>
        </a:p>
      </dgm:t>
    </dgm:pt>
    <dgm:pt modelId="{FC0F76BD-25C9-4504-A5D0-8B237907EABF}" type="parTrans" cxnId="{20DC6BDA-B314-4FE0-A3C3-EC8F935081CF}">
      <dgm:prSet/>
      <dgm:spPr/>
      <dgm:t>
        <a:bodyPr/>
        <a:lstStyle/>
        <a:p>
          <a:endParaRPr lang="es-EC"/>
        </a:p>
      </dgm:t>
    </dgm:pt>
    <dgm:pt modelId="{9972D250-9CF5-4B5F-9CDC-457F59D2836B}" type="sibTrans" cxnId="{20DC6BDA-B314-4FE0-A3C3-EC8F935081CF}">
      <dgm:prSet/>
      <dgm:spPr/>
      <dgm:t>
        <a:bodyPr/>
        <a:lstStyle/>
        <a:p>
          <a:endParaRPr lang="es-EC"/>
        </a:p>
      </dgm:t>
    </dgm:pt>
    <dgm:pt modelId="{AB2C6024-4E71-402A-A2AC-198D198BC28A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EC"/>
            <a:t>Te pide clave bancaria, código SMS o tarjeta</a:t>
          </a:r>
          <a:endParaRPr lang="es-EC" dirty="0"/>
        </a:p>
      </dgm:t>
    </dgm:pt>
    <dgm:pt modelId="{0FB6F2E9-248C-4BB0-B065-B6D58B97A691}" type="parTrans" cxnId="{E79547A2-6C61-45EE-BF23-9B9FC69CE40D}">
      <dgm:prSet/>
      <dgm:spPr/>
      <dgm:t>
        <a:bodyPr/>
        <a:lstStyle/>
        <a:p>
          <a:endParaRPr lang="es-EC"/>
        </a:p>
      </dgm:t>
    </dgm:pt>
    <dgm:pt modelId="{A60D8545-9DEC-4BD0-8033-B74746C12313}" type="sibTrans" cxnId="{E79547A2-6C61-45EE-BF23-9B9FC69CE40D}">
      <dgm:prSet/>
      <dgm:spPr/>
      <dgm:t>
        <a:bodyPr/>
        <a:lstStyle/>
        <a:p>
          <a:endParaRPr lang="es-EC"/>
        </a:p>
      </dgm:t>
    </dgm:pt>
    <dgm:pt modelId="{79592139-23DD-48E3-8916-6507F08F2F1E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EC" dirty="0"/>
            <a:t>Botones grandes que dicen descargar</a:t>
          </a:r>
        </a:p>
      </dgm:t>
    </dgm:pt>
    <dgm:pt modelId="{A1DE37BB-EEF9-4931-A1A5-48ECA42428EF}" type="parTrans" cxnId="{8A8CCC85-60AD-47B2-853D-40804D4E6276}">
      <dgm:prSet/>
      <dgm:spPr/>
      <dgm:t>
        <a:bodyPr/>
        <a:lstStyle/>
        <a:p>
          <a:endParaRPr lang="es-EC"/>
        </a:p>
      </dgm:t>
    </dgm:pt>
    <dgm:pt modelId="{00934D29-3675-4B36-975E-0F42DB12E426}" type="sibTrans" cxnId="{8A8CCC85-60AD-47B2-853D-40804D4E6276}">
      <dgm:prSet/>
      <dgm:spPr/>
      <dgm:t>
        <a:bodyPr/>
        <a:lstStyle/>
        <a:p>
          <a:endParaRPr lang="es-EC"/>
        </a:p>
      </dgm:t>
    </dgm:pt>
    <dgm:pt modelId="{1E0849B3-D982-443A-98DA-D13DEA59B59A}" type="pres">
      <dgm:prSet presAssocID="{529FB8AC-8F68-4375-AA3C-0B083659C06E}" presName="root" presStyleCnt="0">
        <dgm:presLayoutVars>
          <dgm:dir/>
          <dgm:resizeHandles val="exact"/>
        </dgm:presLayoutVars>
      </dgm:prSet>
      <dgm:spPr/>
    </dgm:pt>
    <dgm:pt modelId="{EB84FAD3-649E-45AC-ABCE-88DEC38B182C}" type="pres">
      <dgm:prSet presAssocID="{2B8F6B5B-3E81-43FE-A9A7-483BC02122E6}" presName="compNode" presStyleCnt="0"/>
      <dgm:spPr/>
    </dgm:pt>
    <dgm:pt modelId="{83BC0726-0C02-48D4-9E70-CE7DE8C7E535}" type="pres">
      <dgm:prSet presAssocID="{2B8F6B5B-3E81-43FE-A9A7-483BC02122E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ez"/>
        </a:ext>
      </dgm:extLst>
    </dgm:pt>
    <dgm:pt modelId="{2BB32A1E-DC17-408D-AA72-AE4D371F21EF}" type="pres">
      <dgm:prSet presAssocID="{2B8F6B5B-3E81-43FE-A9A7-483BC02122E6}" presName="iconSpace" presStyleCnt="0"/>
      <dgm:spPr/>
    </dgm:pt>
    <dgm:pt modelId="{AE3D2403-E076-4331-A89B-81DDC555CCB9}" type="pres">
      <dgm:prSet presAssocID="{2B8F6B5B-3E81-43FE-A9A7-483BC02122E6}" presName="parTx" presStyleLbl="revTx" presStyleIdx="0" presStyleCnt="4">
        <dgm:presLayoutVars>
          <dgm:chMax val="0"/>
          <dgm:chPref val="0"/>
        </dgm:presLayoutVars>
      </dgm:prSet>
      <dgm:spPr/>
    </dgm:pt>
    <dgm:pt modelId="{B0903EF4-34DE-4D0F-874F-B70B620EF715}" type="pres">
      <dgm:prSet presAssocID="{2B8F6B5B-3E81-43FE-A9A7-483BC02122E6}" presName="txSpace" presStyleCnt="0"/>
      <dgm:spPr/>
    </dgm:pt>
    <dgm:pt modelId="{475F5F5C-9937-444C-92DD-86AFA00217D0}" type="pres">
      <dgm:prSet presAssocID="{2B8F6B5B-3E81-43FE-A9A7-483BC02122E6}" presName="desTx" presStyleLbl="revTx" presStyleIdx="1" presStyleCnt="4">
        <dgm:presLayoutVars/>
      </dgm:prSet>
      <dgm:spPr/>
    </dgm:pt>
    <dgm:pt modelId="{6338916C-ECC7-40C6-B013-973D4D3A5E70}" type="pres">
      <dgm:prSet presAssocID="{63D845FF-BE2E-45E9-9855-420752C8DBE3}" presName="sibTrans" presStyleCnt="0"/>
      <dgm:spPr/>
    </dgm:pt>
    <dgm:pt modelId="{6CF6E0F7-B5F8-4711-BD45-EE0EAD3E8C9C}" type="pres">
      <dgm:prSet presAssocID="{EE51080D-4C13-47F2-A7C8-42DA131DE2E8}" presName="compNode" presStyleCnt="0"/>
      <dgm:spPr/>
    </dgm:pt>
    <dgm:pt modelId="{0F9E0A6B-7866-48A3-80CB-7F8E5658D0F8}" type="pres">
      <dgm:prSet presAssocID="{EE51080D-4C13-47F2-A7C8-42DA131DE2E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3654E0C-5E4E-4F63-B5EB-91E8546881A0}" type="pres">
      <dgm:prSet presAssocID="{EE51080D-4C13-47F2-A7C8-42DA131DE2E8}" presName="iconSpace" presStyleCnt="0"/>
      <dgm:spPr/>
    </dgm:pt>
    <dgm:pt modelId="{1B3642A8-2964-418A-8DB4-F5479308DAD3}" type="pres">
      <dgm:prSet presAssocID="{EE51080D-4C13-47F2-A7C8-42DA131DE2E8}" presName="parTx" presStyleLbl="revTx" presStyleIdx="2" presStyleCnt="4">
        <dgm:presLayoutVars>
          <dgm:chMax val="0"/>
          <dgm:chPref val="0"/>
        </dgm:presLayoutVars>
      </dgm:prSet>
      <dgm:spPr/>
    </dgm:pt>
    <dgm:pt modelId="{125A0623-1CA6-45B0-842C-0FA56A32768A}" type="pres">
      <dgm:prSet presAssocID="{EE51080D-4C13-47F2-A7C8-42DA131DE2E8}" presName="txSpace" presStyleCnt="0"/>
      <dgm:spPr/>
    </dgm:pt>
    <dgm:pt modelId="{A4437DF2-F6B7-44CF-94A4-81898F0BD295}" type="pres">
      <dgm:prSet presAssocID="{EE51080D-4C13-47F2-A7C8-42DA131DE2E8}" presName="desTx" presStyleLbl="revTx" presStyleIdx="3" presStyleCnt="4">
        <dgm:presLayoutVars/>
      </dgm:prSet>
      <dgm:spPr/>
    </dgm:pt>
  </dgm:ptLst>
  <dgm:cxnLst>
    <dgm:cxn modelId="{65F17E05-42A9-429E-8302-9997013A2C98}" srcId="{529FB8AC-8F68-4375-AA3C-0B083659C06E}" destId="{2B8F6B5B-3E81-43FE-A9A7-483BC02122E6}" srcOrd="0" destOrd="0" parTransId="{473F6D48-F4A3-4F70-95D4-DCF525F5AC11}" sibTransId="{63D845FF-BE2E-45E9-9855-420752C8DBE3}"/>
    <dgm:cxn modelId="{CB183A0A-F778-45FC-BD62-D42D503EFF25}" type="presOf" srcId="{252C07D3-75C7-4AE3-BE37-57956293C6F4}" destId="{475F5F5C-9937-444C-92DD-86AFA00217D0}" srcOrd="0" destOrd="1" presId="urn:microsoft.com/office/officeart/2018/2/layout/IconLabelDescriptionList"/>
    <dgm:cxn modelId="{6610F06C-DC6E-4109-88B3-17009FB707F9}" type="presOf" srcId="{D4EBAB66-EC14-4228-9BB4-D464556050CA}" destId="{475F5F5C-9937-444C-92DD-86AFA00217D0}" srcOrd="0" destOrd="2" presId="urn:microsoft.com/office/officeart/2018/2/layout/IconLabelDescriptionList"/>
    <dgm:cxn modelId="{D4657177-972F-4119-8D5A-AC4FEC869D13}" type="presOf" srcId="{79592139-23DD-48E3-8916-6507F08F2F1E}" destId="{A4437DF2-F6B7-44CF-94A4-81898F0BD295}" srcOrd="0" destOrd="2" presId="urn:microsoft.com/office/officeart/2018/2/layout/IconLabelDescriptionList"/>
    <dgm:cxn modelId="{79EFBF78-4DB1-4D98-AD40-1696469B1463}" type="presOf" srcId="{529FB8AC-8F68-4375-AA3C-0B083659C06E}" destId="{1E0849B3-D982-443A-98DA-D13DEA59B59A}" srcOrd="0" destOrd="0" presId="urn:microsoft.com/office/officeart/2018/2/layout/IconLabelDescriptionList"/>
    <dgm:cxn modelId="{255D137B-CA64-4406-BA47-D58C62D57D76}" type="presOf" srcId="{9F69AAA8-702F-48A9-B2A7-0EFBC9F4D177}" destId="{475F5F5C-9937-444C-92DD-86AFA00217D0}" srcOrd="0" destOrd="0" presId="urn:microsoft.com/office/officeart/2018/2/layout/IconLabelDescriptionList"/>
    <dgm:cxn modelId="{8A8CCC85-60AD-47B2-853D-40804D4E6276}" srcId="{EE51080D-4C13-47F2-A7C8-42DA131DE2E8}" destId="{79592139-23DD-48E3-8916-6507F08F2F1E}" srcOrd="2" destOrd="0" parTransId="{A1DE37BB-EEF9-4931-A1A5-48ECA42428EF}" sibTransId="{00934D29-3675-4B36-975E-0F42DB12E426}"/>
    <dgm:cxn modelId="{72BB0D94-7D49-4FAC-8D1C-A056021E5A70}" type="presOf" srcId="{2B8F6B5B-3E81-43FE-A9A7-483BC02122E6}" destId="{AE3D2403-E076-4331-A89B-81DDC555CCB9}" srcOrd="0" destOrd="0" presId="urn:microsoft.com/office/officeart/2018/2/layout/IconLabelDescriptionList"/>
    <dgm:cxn modelId="{6485E99C-DD38-4F04-A3C5-8F0011A74365}" srcId="{529FB8AC-8F68-4375-AA3C-0B083659C06E}" destId="{EE51080D-4C13-47F2-A7C8-42DA131DE2E8}" srcOrd="1" destOrd="0" parTransId="{E38C3233-A38A-440A-ABB5-DAE49BEA1820}" sibTransId="{4DFB247B-1043-4988-8C41-4DBDF9BBB188}"/>
    <dgm:cxn modelId="{E79547A2-6C61-45EE-BF23-9B9FC69CE40D}" srcId="{EE51080D-4C13-47F2-A7C8-42DA131DE2E8}" destId="{AB2C6024-4E71-402A-A2AC-198D198BC28A}" srcOrd="1" destOrd="0" parTransId="{0FB6F2E9-248C-4BB0-B065-B6D58B97A691}" sibTransId="{A60D8545-9DEC-4BD0-8033-B74746C12313}"/>
    <dgm:cxn modelId="{5D6365A7-5476-44ED-930F-AC7DE532DBE2}" srcId="{2B8F6B5B-3E81-43FE-A9A7-483BC02122E6}" destId="{252C07D3-75C7-4AE3-BE37-57956293C6F4}" srcOrd="1" destOrd="0" parTransId="{668D3EB3-843F-4CEA-91CB-601B514AF581}" sibTransId="{E861DCCF-6030-4B26-B300-E4608F29DAC4}"/>
    <dgm:cxn modelId="{DF5E11AA-7583-4B9D-BE67-5D9144581222}" type="presOf" srcId="{3A24FFF2-4458-4D39-95B4-CFED744ACD12}" destId="{A4437DF2-F6B7-44CF-94A4-81898F0BD295}" srcOrd="0" destOrd="0" presId="urn:microsoft.com/office/officeart/2018/2/layout/IconLabelDescriptionList"/>
    <dgm:cxn modelId="{EF3C29DA-31C8-44BC-B3DD-E8584AC6C2AE}" type="presOf" srcId="{EE51080D-4C13-47F2-A7C8-42DA131DE2E8}" destId="{1B3642A8-2964-418A-8DB4-F5479308DAD3}" srcOrd="0" destOrd="0" presId="urn:microsoft.com/office/officeart/2018/2/layout/IconLabelDescriptionList"/>
    <dgm:cxn modelId="{20DC6BDA-B314-4FE0-A3C3-EC8F935081CF}" srcId="{2B8F6B5B-3E81-43FE-A9A7-483BC02122E6}" destId="{D4EBAB66-EC14-4228-9BB4-D464556050CA}" srcOrd="2" destOrd="0" parTransId="{FC0F76BD-25C9-4504-A5D0-8B237907EABF}" sibTransId="{9972D250-9CF5-4B5F-9CDC-457F59D2836B}"/>
    <dgm:cxn modelId="{20FF6AEE-8D3E-4A43-A200-F129451915DF}" type="presOf" srcId="{AB2C6024-4E71-402A-A2AC-198D198BC28A}" destId="{A4437DF2-F6B7-44CF-94A4-81898F0BD295}" srcOrd="0" destOrd="1" presId="urn:microsoft.com/office/officeart/2018/2/layout/IconLabelDescriptionList"/>
    <dgm:cxn modelId="{234CDAF8-6D54-4B24-BF07-6380FBF5EC22}" srcId="{EE51080D-4C13-47F2-A7C8-42DA131DE2E8}" destId="{3A24FFF2-4458-4D39-95B4-CFED744ACD12}" srcOrd="0" destOrd="0" parTransId="{3ABEC73C-F301-40D4-BBF4-30E42E02FD1F}" sibTransId="{F4958604-3A32-4050-9272-75B8BEC9EF5E}"/>
    <dgm:cxn modelId="{4293D2FC-BA90-4538-A2CE-AAD5502B0AF1}" srcId="{2B8F6B5B-3E81-43FE-A9A7-483BC02122E6}" destId="{9F69AAA8-702F-48A9-B2A7-0EFBC9F4D177}" srcOrd="0" destOrd="0" parTransId="{FB583B10-487F-42BE-913D-A264402E5387}" sibTransId="{9872959F-6FF6-4E33-9E7B-5FCF8BF75353}"/>
    <dgm:cxn modelId="{0D0DE2C1-DE0D-40B5-95BC-BEF1D726C666}" type="presParOf" srcId="{1E0849B3-D982-443A-98DA-D13DEA59B59A}" destId="{EB84FAD3-649E-45AC-ABCE-88DEC38B182C}" srcOrd="0" destOrd="0" presId="urn:microsoft.com/office/officeart/2018/2/layout/IconLabelDescriptionList"/>
    <dgm:cxn modelId="{A2F5AF40-5178-46DD-8984-A3608519C240}" type="presParOf" srcId="{EB84FAD3-649E-45AC-ABCE-88DEC38B182C}" destId="{83BC0726-0C02-48D4-9E70-CE7DE8C7E535}" srcOrd="0" destOrd="0" presId="urn:microsoft.com/office/officeart/2018/2/layout/IconLabelDescriptionList"/>
    <dgm:cxn modelId="{2535F310-E807-44C2-A55C-810B4CA513A0}" type="presParOf" srcId="{EB84FAD3-649E-45AC-ABCE-88DEC38B182C}" destId="{2BB32A1E-DC17-408D-AA72-AE4D371F21EF}" srcOrd="1" destOrd="0" presId="urn:microsoft.com/office/officeart/2018/2/layout/IconLabelDescriptionList"/>
    <dgm:cxn modelId="{4F989A81-2C27-4691-B177-A7F653B3995B}" type="presParOf" srcId="{EB84FAD3-649E-45AC-ABCE-88DEC38B182C}" destId="{AE3D2403-E076-4331-A89B-81DDC555CCB9}" srcOrd="2" destOrd="0" presId="urn:microsoft.com/office/officeart/2018/2/layout/IconLabelDescriptionList"/>
    <dgm:cxn modelId="{4FE3C9D2-E99E-49C4-909D-A52F8EAB785C}" type="presParOf" srcId="{EB84FAD3-649E-45AC-ABCE-88DEC38B182C}" destId="{B0903EF4-34DE-4D0F-874F-B70B620EF715}" srcOrd="3" destOrd="0" presId="urn:microsoft.com/office/officeart/2018/2/layout/IconLabelDescriptionList"/>
    <dgm:cxn modelId="{5D4367C2-564B-406C-BC05-F8E96EDEE71E}" type="presParOf" srcId="{EB84FAD3-649E-45AC-ABCE-88DEC38B182C}" destId="{475F5F5C-9937-444C-92DD-86AFA00217D0}" srcOrd="4" destOrd="0" presId="urn:microsoft.com/office/officeart/2018/2/layout/IconLabelDescriptionList"/>
    <dgm:cxn modelId="{FC579AC6-7536-40C7-B991-5C23A3674E44}" type="presParOf" srcId="{1E0849B3-D982-443A-98DA-D13DEA59B59A}" destId="{6338916C-ECC7-40C6-B013-973D4D3A5E70}" srcOrd="1" destOrd="0" presId="urn:microsoft.com/office/officeart/2018/2/layout/IconLabelDescriptionList"/>
    <dgm:cxn modelId="{5C780C7C-CBD5-4CEE-A6E1-5818B27E5718}" type="presParOf" srcId="{1E0849B3-D982-443A-98DA-D13DEA59B59A}" destId="{6CF6E0F7-B5F8-4711-BD45-EE0EAD3E8C9C}" srcOrd="2" destOrd="0" presId="urn:microsoft.com/office/officeart/2018/2/layout/IconLabelDescriptionList"/>
    <dgm:cxn modelId="{F02392FA-8096-4464-A9AC-6371DCB915A5}" type="presParOf" srcId="{6CF6E0F7-B5F8-4711-BD45-EE0EAD3E8C9C}" destId="{0F9E0A6B-7866-48A3-80CB-7F8E5658D0F8}" srcOrd="0" destOrd="0" presId="urn:microsoft.com/office/officeart/2018/2/layout/IconLabelDescriptionList"/>
    <dgm:cxn modelId="{08AF222C-CA59-49A3-B3E1-9BE39B39FB6A}" type="presParOf" srcId="{6CF6E0F7-B5F8-4711-BD45-EE0EAD3E8C9C}" destId="{13654E0C-5E4E-4F63-B5EB-91E8546881A0}" srcOrd="1" destOrd="0" presId="urn:microsoft.com/office/officeart/2018/2/layout/IconLabelDescriptionList"/>
    <dgm:cxn modelId="{349FE32E-1CD3-4211-B606-0DC1C04CFE2C}" type="presParOf" srcId="{6CF6E0F7-B5F8-4711-BD45-EE0EAD3E8C9C}" destId="{1B3642A8-2964-418A-8DB4-F5479308DAD3}" srcOrd="2" destOrd="0" presId="urn:microsoft.com/office/officeart/2018/2/layout/IconLabelDescriptionList"/>
    <dgm:cxn modelId="{425E2979-B8FC-4A27-81D3-B8B47D825B11}" type="presParOf" srcId="{6CF6E0F7-B5F8-4711-BD45-EE0EAD3E8C9C}" destId="{125A0623-1CA6-45B0-842C-0FA56A32768A}" srcOrd="3" destOrd="0" presId="urn:microsoft.com/office/officeart/2018/2/layout/IconLabelDescriptionList"/>
    <dgm:cxn modelId="{004E1599-1B08-4F73-90DA-6513396F6306}" type="presParOf" srcId="{6CF6E0F7-B5F8-4711-BD45-EE0EAD3E8C9C}" destId="{A4437DF2-F6B7-44CF-94A4-81898F0BD29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147E60-3997-4C93-930B-94757C8E7199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BDD9C-F636-4959-AE69-74BF7BA8487A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8942D5-DC24-4D48-95DC-AA181F947878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Abrir un navegador (Chrome/Edge)</a:t>
          </a:r>
          <a:endParaRPr lang="en-US" sz="1200" kern="1200"/>
        </a:p>
      </dsp:txBody>
      <dsp:txXfrm>
        <a:off x="333914" y="2456402"/>
        <a:ext cx="1800000" cy="720000"/>
      </dsp:txXfrm>
    </dsp:sp>
    <dsp:sp modelId="{DE9CBB12-0E63-4EEA-A61E-DBCF256F4F8B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9C791-A61B-494A-B01F-085EAFDC87F6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EAE883-AC7D-4D2B-A16F-6DCA8BD63A38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Buscar información útil en Google</a:t>
          </a:r>
          <a:endParaRPr lang="en-US" sz="1200" kern="1200"/>
        </a:p>
      </dsp:txBody>
      <dsp:txXfrm>
        <a:off x="2448914" y="2456402"/>
        <a:ext cx="1800000" cy="720000"/>
      </dsp:txXfrm>
    </dsp:sp>
    <dsp:sp modelId="{632A3092-2627-4055-8EC1-F0D2B31A4C2B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F3353-634D-479F-B3BC-E6382EC1E3DE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76FE3-D4C2-435D-85CD-1EA2C144F3BB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Abrir resultados confiables</a:t>
          </a:r>
          <a:endParaRPr lang="en-US" sz="1200" kern="1200"/>
        </a:p>
      </dsp:txBody>
      <dsp:txXfrm>
        <a:off x="4563914" y="2456402"/>
        <a:ext cx="1800000" cy="720000"/>
      </dsp:txXfrm>
    </dsp:sp>
    <dsp:sp modelId="{04C5F8C5-89E4-4079-AEB4-D6DC89467A5A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A05D4A-6C84-4567-8747-D6D93D5CBA45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AEB0C-B04B-48BD-B856-2F0F6817D4B2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Regresar, cambiar de pestaña y cerrar páginas</a:t>
          </a:r>
          <a:endParaRPr lang="en-US" sz="1200" kern="1200"/>
        </a:p>
      </dsp:txBody>
      <dsp:txXfrm>
        <a:off x="6678914" y="2456402"/>
        <a:ext cx="1800000" cy="720000"/>
      </dsp:txXfrm>
    </dsp:sp>
    <dsp:sp modelId="{881EDCD8-147E-419A-B635-7299DCAE6CD6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D23C1-5298-4DB2-A86C-7F0E08C14872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9282C-8C28-44DA-94C3-0671046FF045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Identificar riesgos comunes (anuncios, estafas, ventanas falsas)</a:t>
          </a:r>
          <a:endParaRPr lang="en-US" sz="1200" kern="1200"/>
        </a:p>
      </dsp:txBody>
      <dsp:txXfrm>
        <a:off x="8793914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1501BD-0E9B-43E8-A45D-9307F05166B4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A6A9B-5D1D-4610-BFF6-303CA5BE8AB8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2F0C5-10C2-4BBB-9077-7A959FCDD672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300" kern="1200"/>
            <a:t>¿Usan celular para WhatsApp?</a:t>
          </a:r>
          <a:endParaRPr lang="en-US" sz="2300" kern="1200"/>
        </a:p>
      </dsp:txBody>
      <dsp:txXfrm>
        <a:off x="93445" y="3018902"/>
        <a:ext cx="3206250" cy="720000"/>
      </dsp:txXfrm>
    </dsp:sp>
    <dsp:sp modelId="{B89A55A1-83E2-4536-8FA2-5662D2AA989A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69B64-FB15-45F6-AF24-14AA3DEA97DB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FC8A4-5A05-4290-B2FA-3E9D8183273E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300" kern="1200"/>
            <a:t>¿Han buscado algo en Google?</a:t>
          </a:r>
          <a:endParaRPr lang="en-US" sz="2300" kern="1200"/>
        </a:p>
      </dsp:txBody>
      <dsp:txXfrm>
        <a:off x="3860789" y="3018902"/>
        <a:ext cx="3206250" cy="720000"/>
      </dsp:txXfrm>
    </dsp:sp>
    <dsp:sp modelId="{4620BC84-835B-4396-891A-867AEF6D799F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3C129-5A84-41B0-824B-E9950E942E2C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816FC6-4C1B-474F-AAEB-E8B6F2C706F0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300" kern="1200"/>
            <a:t>¿Han visto videos en YouTube?</a:t>
          </a:r>
          <a:endParaRPr lang="en-US" sz="2300" kern="1200"/>
        </a:p>
      </dsp:txBody>
      <dsp:txXfrm>
        <a:off x="7628133" y="30189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8B1F8-8C74-4BD2-A8BE-4CA5E7CD99E9}">
      <dsp:nvSpPr>
        <dsp:cNvPr id="0" name=""/>
        <dsp:cNvSpPr/>
      </dsp:nvSpPr>
      <dsp:spPr>
        <a:xfrm>
          <a:off x="3414" y="50580"/>
          <a:ext cx="3329572" cy="98543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700" kern="1200"/>
            <a:t>Regla Simple:</a:t>
          </a:r>
          <a:endParaRPr lang="en-US" sz="2700" kern="1200"/>
        </a:p>
      </dsp:txBody>
      <dsp:txXfrm>
        <a:off x="3414" y="50580"/>
        <a:ext cx="3329572" cy="985435"/>
      </dsp:txXfrm>
    </dsp:sp>
    <dsp:sp modelId="{22528F3C-113F-4EA7-A85A-81EAE7385D3B}">
      <dsp:nvSpPr>
        <dsp:cNvPr id="0" name=""/>
        <dsp:cNvSpPr/>
      </dsp:nvSpPr>
      <dsp:spPr>
        <a:xfrm>
          <a:off x="3414" y="1036016"/>
          <a:ext cx="3329572" cy="310620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700" kern="1200"/>
            <a:t>Mientras mejor escribas, más exacto seas, mejor resultados.</a:t>
          </a:r>
          <a:endParaRPr lang="en-US" sz="2700" kern="1200"/>
        </a:p>
      </dsp:txBody>
      <dsp:txXfrm>
        <a:off x="3414" y="1036016"/>
        <a:ext cx="3329572" cy="3106207"/>
      </dsp:txXfrm>
    </dsp:sp>
    <dsp:sp modelId="{7E665C51-8122-4C1F-BAA1-2B1DA7B76C72}">
      <dsp:nvSpPr>
        <dsp:cNvPr id="0" name=""/>
        <dsp:cNvSpPr/>
      </dsp:nvSpPr>
      <dsp:spPr>
        <a:xfrm>
          <a:off x="3799128" y="50580"/>
          <a:ext cx="3329572" cy="9854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700" kern="1200"/>
            <a:t>Ejemplos:</a:t>
          </a:r>
          <a:endParaRPr lang="en-US" sz="2700" kern="1200"/>
        </a:p>
      </dsp:txBody>
      <dsp:txXfrm>
        <a:off x="3799128" y="50580"/>
        <a:ext cx="3329572" cy="985435"/>
      </dsp:txXfrm>
    </dsp:sp>
    <dsp:sp modelId="{90FB3BD8-845F-492B-AD5D-27CD7B9BD1C7}">
      <dsp:nvSpPr>
        <dsp:cNvPr id="0" name=""/>
        <dsp:cNvSpPr/>
      </dsp:nvSpPr>
      <dsp:spPr>
        <a:xfrm>
          <a:off x="3799128" y="1036016"/>
          <a:ext cx="3329572" cy="310620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700" kern="1200"/>
            <a:t>“Clima en Guayaquil”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2700" kern="1200"/>
            <a:t>“</a:t>
          </a:r>
          <a:r>
            <a:rPr lang="es-ES" sz="2700" kern="1200"/>
            <a:t>Cómo hacer arroz con pollo</a:t>
          </a:r>
          <a:r>
            <a:rPr lang="es-EC" sz="2700" kern="1200"/>
            <a:t>”</a:t>
          </a:r>
          <a:endParaRPr lang="en-US" sz="2700" kern="1200"/>
        </a:p>
      </dsp:txBody>
      <dsp:txXfrm>
        <a:off x="3799128" y="1036016"/>
        <a:ext cx="3329572" cy="3106207"/>
      </dsp:txXfrm>
    </dsp:sp>
    <dsp:sp modelId="{D6FBC52D-8B62-4BD2-B8CD-0F6C85968CA0}">
      <dsp:nvSpPr>
        <dsp:cNvPr id="0" name=""/>
        <dsp:cNvSpPr/>
      </dsp:nvSpPr>
      <dsp:spPr>
        <a:xfrm>
          <a:off x="7594841" y="50580"/>
          <a:ext cx="3329572" cy="98543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700" kern="1200"/>
            <a:t>Usar Pocas Palabras:</a:t>
          </a:r>
          <a:endParaRPr lang="en-US" sz="2700" kern="1200"/>
        </a:p>
      </dsp:txBody>
      <dsp:txXfrm>
        <a:off x="7594841" y="50580"/>
        <a:ext cx="3329572" cy="985435"/>
      </dsp:txXfrm>
    </dsp:sp>
    <dsp:sp modelId="{044403EC-8542-45BB-A229-249150D72A49}">
      <dsp:nvSpPr>
        <dsp:cNvPr id="0" name=""/>
        <dsp:cNvSpPr/>
      </dsp:nvSpPr>
      <dsp:spPr>
        <a:xfrm>
          <a:off x="7594841" y="1036016"/>
          <a:ext cx="3329572" cy="310620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/>
            <a:t>✅ “turno pasaporte Ecuador”</a:t>
          </a:r>
          <a:br>
            <a:rPr lang="es-ES" sz="2700" kern="1200"/>
          </a:br>
          <a:r>
            <a:rPr lang="es-ES" sz="2700" kern="1200"/>
            <a:t>❌ “quiero sacar el pasaporte y no sé qué hacer porque…”</a:t>
          </a:r>
          <a:endParaRPr lang="en-US" sz="2700" kern="1200"/>
        </a:p>
      </dsp:txBody>
      <dsp:txXfrm>
        <a:off x="7594841" y="1036016"/>
        <a:ext cx="3329572" cy="31062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BC0726-0C02-48D4-9E70-CE7DE8C7E535}">
      <dsp:nvSpPr>
        <dsp:cNvPr id="0" name=""/>
        <dsp:cNvSpPr/>
      </dsp:nvSpPr>
      <dsp:spPr>
        <a:xfrm>
          <a:off x="765914" y="27597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D2403-E076-4331-A89B-81DDC555CCB9}">
      <dsp:nvSpPr>
        <dsp:cNvPr id="0" name=""/>
        <dsp:cNvSpPr/>
      </dsp:nvSpPr>
      <dsp:spPr>
        <a:xfrm>
          <a:off x="765914" y="194452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C" sz="3600" kern="1200"/>
            <a:t>Página Confiable</a:t>
          </a:r>
        </a:p>
      </dsp:txBody>
      <dsp:txXfrm>
        <a:off x="765914" y="1944528"/>
        <a:ext cx="4320000" cy="648000"/>
      </dsp:txXfrm>
    </dsp:sp>
    <dsp:sp modelId="{475F5F5C-9937-444C-92DD-86AFA00217D0}">
      <dsp:nvSpPr>
        <dsp:cNvPr id="0" name=""/>
        <dsp:cNvSpPr/>
      </dsp:nvSpPr>
      <dsp:spPr>
        <a:xfrm>
          <a:off x="765914" y="2665346"/>
          <a:ext cx="4320000" cy="1251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/>
            <a:t>Tiene nombre </a:t>
          </a:r>
          <a:r>
            <a:rPr lang="es-ES" sz="1700" kern="1200"/>
            <a:t>conocido: gob.ec, bancos reales, marcas oficiales</a:t>
          </a:r>
          <a:endParaRPr lang="es-EC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/>
            <a:t>Tiene dirección clara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/>
            <a:t>No pide datos raros sin sentidos</a:t>
          </a:r>
        </a:p>
      </dsp:txBody>
      <dsp:txXfrm>
        <a:off x="765914" y="2665346"/>
        <a:ext cx="4320000" cy="1251487"/>
      </dsp:txXfrm>
    </dsp:sp>
    <dsp:sp modelId="{0F9E0A6B-7866-48A3-80CB-7F8E5658D0F8}">
      <dsp:nvSpPr>
        <dsp:cNvPr id="0" name=""/>
        <dsp:cNvSpPr/>
      </dsp:nvSpPr>
      <dsp:spPr>
        <a:xfrm>
          <a:off x="5841914" y="27597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642A8-2964-418A-8DB4-F5479308DAD3}">
      <dsp:nvSpPr>
        <dsp:cNvPr id="0" name=""/>
        <dsp:cNvSpPr/>
      </dsp:nvSpPr>
      <dsp:spPr>
        <a:xfrm>
          <a:off x="5841914" y="194452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C" sz="3600" kern="1200"/>
            <a:t>Señales de Peligro</a:t>
          </a:r>
        </a:p>
      </dsp:txBody>
      <dsp:txXfrm>
        <a:off x="5841914" y="1944528"/>
        <a:ext cx="4320000" cy="648000"/>
      </dsp:txXfrm>
    </dsp:sp>
    <dsp:sp modelId="{A4437DF2-F6B7-44CF-94A4-81898F0BD295}">
      <dsp:nvSpPr>
        <dsp:cNvPr id="0" name=""/>
        <dsp:cNvSpPr/>
      </dsp:nvSpPr>
      <dsp:spPr>
        <a:xfrm>
          <a:off x="5841914" y="2665346"/>
          <a:ext cx="4320000" cy="1251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dirty="0"/>
            <a:t>“Ganaste un premio”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/>
            <a:t>Te pide clave bancaria, código SMS o tarjeta</a:t>
          </a:r>
          <a:endParaRPr lang="es-EC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dirty="0"/>
            <a:t>Botones grandes que dicen descargar</a:t>
          </a:r>
        </a:p>
      </dsp:txBody>
      <dsp:txXfrm>
        <a:off x="5841914" y="2665346"/>
        <a:ext cx="4320000" cy="12514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DE6C4-0E4F-AB26-F03D-6384716FF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8E588A-2616-1249-6D93-250AAA0BA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8DA9A9-90EA-F9D3-DE8E-FB3AF0C27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996859-6EEC-A944-8568-5DF347737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CE64F3-3C4F-7F8D-5495-0D3A84E63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1261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572A5-A397-C32B-C424-579D5D7C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CD5A23-696B-FC4F-A23B-38D498BEF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4E31D9-F3FF-A48C-C5C8-9F1EE71E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C36890-70F8-83C3-1C8E-DB286681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085A1D-8ECF-DE54-2BDF-482F4477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83720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0B948-3F07-95C5-0E43-E4723C930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DC0357-C4FA-7BCF-760E-EB8FF0552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6A68AF-597E-85CB-DC95-A3BBB45D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49F6EB-8FD4-A0FD-07E9-A555B5380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E0C21-79E5-94F1-08C4-26092FEB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7774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81A9E-B172-45C6-CBEC-64CA7FDF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B415E7-8ABD-CAE8-FB7D-FF4D6586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DBD063-C628-F31C-CE4E-3FAF786EA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3A4F93-96F9-591C-FB3E-6042A742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A8A512-A5C3-0336-328E-9D1A55A3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A222E2-EBC9-C307-6FEC-786F251A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8152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7103-5BBF-1B6F-B4E2-A65CE0ED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219AA3-83E9-FC14-41EA-EE1995C5D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659E88-0C6E-621E-A4DD-E53F568D8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1AB2B0-B4BC-60D2-143A-CFC231B88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30DD27E-8AA2-CD94-7CC3-A8E90EE85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E7C9AB-5EB8-E017-C618-6FBFC186A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4B737E8-4852-5738-97BF-9A58E841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F92E33-D601-F7AB-B6B4-8ABF3275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8879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30E3C-6357-3B37-B812-3A6C26CA3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7E9666-A3EC-2183-075B-872B8F0B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A2B092-D286-2B9F-1597-556F25CE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1FEEFE-184D-DA73-EEB5-150D7B84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8091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E65262-9DED-5D47-08B0-1F36B34D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518BFC8-CEFD-AFDD-1334-3A9A69D5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EBF639-D96E-38DF-C06A-E42264B6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8334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FF00D-EF27-90F0-84E0-9D6AF38C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2BFC92-CAB0-D3ED-B13D-4C7724BDE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286CA9-2677-52E7-6AF2-9E81132B2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7C914B-0DB8-D496-9C06-119FF908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63E8CE-CBA7-616F-AF8B-A16B67B8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495120-4B2E-5F09-2E44-5C6ED32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3485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B27A0-CEC2-9065-A527-7E40D78C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E9F79FD-5A77-E845-B70B-624768C18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B4E5A6-8B61-84B1-979B-304446DC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9EB46A-7ACE-E217-1059-298D6C08C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59F3C4-982D-9E96-C32B-224FC4EEC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4E126B-8EB7-9D45-83C5-17E75054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36686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9FE03-33C2-5668-F826-BC3C18C0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2AC6D88-F0E3-46B8-F128-FEF6D5BC4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E1C078-3821-84A0-FEBF-0A3532928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C9D4D5-9E54-EE9A-46B4-829231CB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7684D1-2F6F-0012-8426-120DA8F5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7576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66200C-6E04-83E1-2BD6-7BDFC9A3A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238089-5000-723E-D943-D940ADD9C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AA1A37-E5FD-7604-1C59-4EC60340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4C41A5-8E90-8BF7-2279-A0E41A23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DEF748-BCAB-0D30-FC5E-B344162C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3070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7225E1-640B-7393-275A-6B4F7AFA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AE8E85-6955-73E0-07A0-4704FE842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C78E7F-E23C-A9C6-1AD6-654D49D04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C93F88-7890-4A48-B415-CD7E942571FE}" type="datetimeFigureOut">
              <a:rPr lang="es-EC" smtClean="0"/>
              <a:t>21/1/2026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D6D75-ABFF-5405-D0B2-5F8CC1013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43726A-B1B5-374B-981E-764237195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BA0FD-4581-4A84-92B7-B8CFCFB688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1522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nglaralto-marino-digital.vercel.app/#recursos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7FFB81-B786-73FA-CB7F-69E69BFFE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639" y="1012536"/>
            <a:ext cx="4613300" cy="3163224"/>
          </a:xfrm>
        </p:spPr>
        <p:txBody>
          <a:bodyPr anchor="t">
            <a:normAutofit/>
          </a:bodyPr>
          <a:lstStyle/>
          <a:p>
            <a:pPr algn="l"/>
            <a:r>
              <a:rPr lang="es-ES" sz="3700" b="1"/>
              <a:t>Transformación digital e innovación para el desarrollo sostenible MarinoCostero en la Parroquia Manglaralto</a:t>
            </a:r>
            <a:endParaRPr lang="es-EC" sz="37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4705FE-6521-AF45-D2A1-72CDB2CC6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638" y="4389120"/>
            <a:ext cx="4408228" cy="1192815"/>
          </a:xfrm>
        </p:spPr>
        <p:txBody>
          <a:bodyPr anchor="b">
            <a:normAutofit/>
          </a:bodyPr>
          <a:lstStyle/>
          <a:p>
            <a:pPr algn="l"/>
            <a:r>
              <a:rPr lang="es-EC" dirty="0"/>
              <a:t>Estudiante: Guillermo Terán Mendoza</a:t>
            </a:r>
            <a:endParaRPr lang="es-EC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3611463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30721" y="-107390"/>
            <a:ext cx="3853890" cy="4068665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F483B3-D220-9CF3-647E-BEE28EC90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 bwMode="auto"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5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38CDA2-AB69-8CF1-D698-2863E8BE2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Objetivo de la clase</a:t>
            </a:r>
            <a:endParaRPr lang="es-EC" sz="4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4C0C639-4540-6DB6-3ECE-23BFC4DCF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6864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083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6CA519-407C-7D8B-6ED8-F2EA6171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C" sz="4000" dirty="0">
                <a:solidFill>
                  <a:srgbClr val="FFFFFF"/>
                </a:solidFill>
              </a:rPr>
              <a:t>Preguntas rápidas: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CA8E20D-AE14-B85D-4E05-2C82099828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07309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9572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936C3D-270F-DA49-9353-31FFA67C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¿Qué es Internet y qué es un navegador?</a:t>
            </a:r>
            <a:endParaRPr lang="es-EC" sz="4000">
              <a:solidFill>
                <a:srgbClr val="FFFFFF"/>
              </a:solidFill>
            </a:endParaRPr>
          </a:p>
        </p:txBody>
      </p:sp>
      <p:pic>
        <p:nvPicPr>
          <p:cNvPr id="4098" name="Picture 2" descr="Navegadores web - CSS en español">
            <a:extLst>
              <a:ext uri="{FF2B5EF4-FFF2-40B4-BE49-F238E27FC236}">
                <a16:creationId xmlns:a16="http://schemas.microsoft.com/office/drawing/2014/main" id="{4D06905D-A1DE-FA72-7DFD-50ACD4E0B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0256" y="971271"/>
            <a:ext cx="8311487" cy="207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D2D46E-05CC-DE68-C413-1417B5DF9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049142"/>
            <a:ext cx="8992922" cy="1904039"/>
          </a:xfrm>
        </p:spPr>
        <p:txBody>
          <a:bodyPr anchor="ctr">
            <a:normAutofit/>
          </a:bodyPr>
          <a:lstStyle/>
          <a:p>
            <a:r>
              <a:rPr lang="es-EC" sz="2400" dirty="0"/>
              <a:t>Internet = “carreteras”</a:t>
            </a:r>
          </a:p>
          <a:p>
            <a:r>
              <a:rPr lang="es-EC" sz="2400" dirty="0"/>
              <a:t>Páginas web = “lugares”</a:t>
            </a:r>
          </a:p>
          <a:p>
            <a:r>
              <a:rPr lang="es-EC" sz="2400" dirty="0"/>
              <a:t>Navegador (Chrome/Edge/Safari) = “el carro para viajar”</a:t>
            </a:r>
          </a:p>
        </p:txBody>
      </p:sp>
    </p:spTree>
    <p:extLst>
      <p:ext uri="{BB962C8B-B14F-4D97-AF65-F5344CB8AC3E}">
        <p14:creationId xmlns:p14="http://schemas.microsoft.com/office/powerpoint/2010/main" val="477321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6B552D-A093-97E0-DBF7-814E0894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¿Cómo buscar en Google como un experto?</a:t>
            </a:r>
            <a:endParaRPr lang="es-EC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2D3E550-E6BE-BB8C-6888-54B609330A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0114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416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64D755-0FCC-1EB9-FB3B-EE383FDD7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3400">
                <a:solidFill>
                  <a:srgbClr val="FFFFFF"/>
                </a:solidFill>
              </a:rPr>
              <a:t>¿Cómo reconocer páginas confiables y evitar engaños?</a:t>
            </a:r>
            <a:endParaRPr lang="es-EC" sz="340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8F99C46-921C-D736-6B2D-005EA05C8F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52438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998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6" name="Picture 4" descr="Día Mundial de Internet: son peligrosos el 10% de los sitios">
            <a:extLst>
              <a:ext uri="{FF2B5EF4-FFF2-40B4-BE49-F238E27FC236}">
                <a16:creationId xmlns:a16="http://schemas.microsoft.com/office/drawing/2014/main" id="{A8A38893-7797-42F4-1E04-CE0717F24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1" r="15876" b="-2"/>
          <a:stretch>
            <a:fillRect/>
          </a:stretch>
        </p:blipFill>
        <p:spPr bwMode="auto">
          <a:xfrm>
            <a:off x="191086" y="171715"/>
            <a:ext cx="5813197" cy="6129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uáles son los dominios más peligrosos de Internet">
            <a:extLst>
              <a:ext uri="{FF2B5EF4-FFF2-40B4-BE49-F238E27FC236}">
                <a16:creationId xmlns:a16="http://schemas.microsoft.com/office/drawing/2014/main" id="{A1975B61-BF7B-4BAB-133C-B89BCB56F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43" b="3"/>
          <a:stretch>
            <a:fillRect/>
          </a:stretch>
        </p:blipFill>
        <p:spPr bwMode="auto">
          <a:xfrm>
            <a:off x="6196929" y="171716"/>
            <a:ext cx="5803986" cy="3171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627425A-19FE-8F76-D35F-E4E42971DA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7" b="11399"/>
          <a:stretch>
            <a:fillRect/>
          </a:stretch>
        </p:blipFill>
        <p:spPr bwMode="auto">
          <a:xfrm>
            <a:off x="6196929" y="3514856"/>
            <a:ext cx="5786386" cy="27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65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AB1B63-D2D5-374A-840F-EE7E25E0B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s-EC" sz="4800"/>
              <a:t>Visitar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344A42-1D64-2C1C-013E-FC058298C3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5" b="16094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BAB8C8-C363-C2BE-A49E-8D6589CDC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r>
              <a:rPr lang="es-EC" sz="2200">
                <a:hlinkClick r:id="rId3"/>
              </a:rPr>
              <a:t>https://manglaralto-marino-digital.vercel.app/#recursos</a:t>
            </a:r>
            <a:endParaRPr lang="es-EC" sz="2200"/>
          </a:p>
          <a:p>
            <a:endParaRPr lang="es-EC" sz="2200"/>
          </a:p>
        </p:txBody>
      </p:sp>
    </p:spTree>
    <p:extLst>
      <p:ext uri="{BB962C8B-B14F-4D97-AF65-F5344CB8AC3E}">
        <p14:creationId xmlns:p14="http://schemas.microsoft.com/office/powerpoint/2010/main" val="301262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B51905-20E3-74D2-A403-36DEC3D0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C" sz="4000">
                <a:solidFill>
                  <a:srgbClr val="FFFFFF"/>
                </a:solidFill>
              </a:rPr>
              <a:t>GRACIAS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9D1860A-2F87-189B-82BC-1E3C4CFAB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025" y="2317750"/>
            <a:ext cx="3684588" cy="3684588"/>
          </a:xfrm>
        </p:spPr>
      </p:pic>
    </p:spTree>
    <p:extLst>
      <p:ext uri="{BB962C8B-B14F-4D97-AF65-F5344CB8AC3E}">
        <p14:creationId xmlns:p14="http://schemas.microsoft.com/office/powerpoint/2010/main" val="13544554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243</Words>
  <Application>Microsoft Office PowerPoint</Application>
  <PresentationFormat>Panorámica</PresentationFormat>
  <Paragraphs>36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Transformación digital e innovación para el desarrollo sostenible MarinoCostero en la Parroquia Manglaralto</vt:lpstr>
      <vt:lpstr>Objetivo de la clase</vt:lpstr>
      <vt:lpstr>Preguntas rápidas:</vt:lpstr>
      <vt:lpstr>¿Qué es Internet y qué es un navegador?</vt:lpstr>
      <vt:lpstr>¿Cómo buscar en Google como un experto?</vt:lpstr>
      <vt:lpstr>¿Cómo reconocer páginas confiables y evitar engaños?</vt:lpstr>
      <vt:lpstr>Presentación de PowerPoint</vt:lpstr>
      <vt:lpstr>Visitar 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Guillermo Isaac Teran Mendoza</dc:creator>
  <cp:lastModifiedBy>Guillermo Isaac Teran Mendoza</cp:lastModifiedBy>
  <cp:revision>1</cp:revision>
  <dcterms:created xsi:type="dcterms:W3CDTF">2026-01-21T23:44:18Z</dcterms:created>
  <dcterms:modified xsi:type="dcterms:W3CDTF">2026-01-22T00:09:27Z</dcterms:modified>
</cp:coreProperties>
</file>